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82A6"/>
    <a:srgbClr val="EAE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A9732-C38A-4FDC-BC29-5CFAA482E28D}" v="370" dt="2022-10-21T12:59:45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 Pv" userId="1e88bfb2-d59e-4645-8c99-92041b91f7a7" providerId="ADAL" clId="{2FBA9732-C38A-4FDC-BC29-5CFAA482E28D}"/>
    <pc:docChg chg="undo custSel addSld delSld modSld">
      <pc:chgData name="Tejas Pv" userId="1e88bfb2-d59e-4645-8c99-92041b91f7a7" providerId="ADAL" clId="{2FBA9732-C38A-4FDC-BC29-5CFAA482E28D}" dt="2022-10-21T13:05:05.248" v="3111" actId="242"/>
      <pc:docMkLst>
        <pc:docMk/>
      </pc:docMkLst>
      <pc:sldChg chg="addSp delSp modSp mod addAnim delAnim modAnim">
        <pc:chgData name="Tejas Pv" userId="1e88bfb2-d59e-4645-8c99-92041b91f7a7" providerId="ADAL" clId="{2FBA9732-C38A-4FDC-BC29-5CFAA482E28D}" dt="2022-10-21T12:36:16.919" v="1483" actId="1036"/>
        <pc:sldMkLst>
          <pc:docMk/>
          <pc:sldMk cId="3789785125" sldId="256"/>
        </pc:sldMkLst>
        <pc:spChg chg="add mod">
          <ac:chgData name="Tejas Pv" userId="1e88bfb2-d59e-4645-8c99-92041b91f7a7" providerId="ADAL" clId="{2FBA9732-C38A-4FDC-BC29-5CFAA482E28D}" dt="2022-10-21T12:21:11.355" v="237" actId="208"/>
          <ac:spMkLst>
            <pc:docMk/>
            <pc:sldMk cId="3789785125" sldId="256"/>
            <ac:spMk id="10" creationId="{2C3F9FC2-D2FE-A8FD-BCD3-B43660A57DDB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11" creationId="{5E1911AF-3BD7-9FBF-055B-0AEDD6CC1FD0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12" creationId="{4E787838-CBE4-953A-30E1-5A7C5E5AF69B}"/>
          </ac:spMkLst>
        </pc:spChg>
        <pc:spChg chg="add del">
          <ac:chgData name="Tejas Pv" userId="1e88bfb2-d59e-4645-8c99-92041b91f7a7" providerId="ADAL" clId="{2FBA9732-C38A-4FDC-BC29-5CFAA482E28D}" dt="2022-10-21T12:19:38.593" v="220" actId="11529"/>
          <ac:spMkLst>
            <pc:docMk/>
            <pc:sldMk cId="3789785125" sldId="256"/>
            <ac:spMk id="13" creationId="{AA8BE9DC-23D2-4F95-B781-EA47F3E3DEA5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15" creationId="{2DA4878A-B751-D5B6-2665-6E8D985BCEC9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16" creationId="{218E13FA-389C-1A10-6E1A-E0AF672E8404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17" creationId="{E930BABF-04F4-8AFE-4687-C785915016E6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18" creationId="{A84FBDEC-8079-EBA3-2538-67997092AA9C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19" creationId="{81F1CCD1-EFA6-9F3A-8726-6FB063726561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20" creationId="{D8452437-5508-CC2A-A0E7-F5BA80453B60}"/>
          </ac:spMkLst>
        </pc:spChg>
        <pc:spChg chg="del">
          <ac:chgData name="Tejas Pv" userId="1e88bfb2-d59e-4645-8c99-92041b91f7a7" providerId="ADAL" clId="{2FBA9732-C38A-4FDC-BC29-5CFAA482E28D}" dt="2022-10-21T12:09:22.011" v="172" actId="21"/>
          <ac:spMkLst>
            <pc:docMk/>
            <pc:sldMk cId="3789785125" sldId="256"/>
            <ac:spMk id="21" creationId="{E51E7090-A52F-AE9E-5E97-CE3BE46FC2C3}"/>
          </ac:spMkLst>
        </pc:spChg>
        <pc:spChg chg="del">
          <ac:chgData name="Tejas Pv" userId="1e88bfb2-d59e-4645-8c99-92041b91f7a7" providerId="ADAL" clId="{2FBA9732-C38A-4FDC-BC29-5CFAA482E28D}" dt="2022-10-21T12:09:22.011" v="172" actId="21"/>
          <ac:spMkLst>
            <pc:docMk/>
            <pc:sldMk cId="3789785125" sldId="256"/>
            <ac:spMk id="22" creationId="{C999CF62-4274-C75D-0D63-B7D3496FC861}"/>
          </ac:spMkLst>
        </pc:spChg>
        <pc:spChg chg="del">
          <ac:chgData name="Tejas Pv" userId="1e88bfb2-d59e-4645-8c99-92041b91f7a7" providerId="ADAL" clId="{2FBA9732-C38A-4FDC-BC29-5CFAA482E28D}" dt="2022-10-21T12:09:24.142" v="173" actId="478"/>
          <ac:spMkLst>
            <pc:docMk/>
            <pc:sldMk cId="3789785125" sldId="256"/>
            <ac:spMk id="23" creationId="{AF0405FF-C2AD-BFFF-A5A0-265DB4F48E98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28" creationId="{06861B52-427D-588B-500C-244FC743B3BB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29" creationId="{DD31196A-F1D0-0EDF-1B4E-51F5AE581CCE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30" creationId="{BA2865A7-34BE-439A-4CA7-B4E0E39C40B8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34" creationId="{921776BA-B6E1-9CD9-EDAF-8B6F17860D41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35" creationId="{519B6172-E3B6-C335-B466-09949B4C62F6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36" creationId="{8A3FEF8F-117E-A26C-BCCE-FA518D210CCA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37" creationId="{BE2F22B4-FCC5-4CE1-2DE9-4BCFE362F91B}"/>
          </ac:spMkLst>
        </pc:spChg>
        <pc:spChg chg="del">
          <ac:chgData name="Tejas Pv" userId="1e88bfb2-d59e-4645-8c99-92041b91f7a7" providerId="ADAL" clId="{2FBA9732-C38A-4FDC-BC29-5CFAA482E28D}" dt="2022-10-21T12:09:18.576" v="171" actId="21"/>
          <ac:spMkLst>
            <pc:docMk/>
            <pc:sldMk cId="3789785125" sldId="256"/>
            <ac:spMk id="38" creationId="{AD13A859-1D0A-7704-E8F5-212FB6738B1B}"/>
          </ac:spMkLst>
        </pc:spChg>
        <pc:spChg chg="add del mod">
          <ac:chgData name="Tejas Pv" userId="1e88bfb2-d59e-4645-8c99-92041b91f7a7" providerId="ADAL" clId="{2FBA9732-C38A-4FDC-BC29-5CFAA482E28D}" dt="2022-10-21T12:09:25.995" v="174" actId="478"/>
          <ac:spMkLst>
            <pc:docMk/>
            <pc:sldMk cId="3789785125" sldId="256"/>
            <ac:spMk id="39" creationId="{89123DEE-2062-8713-C4FB-245D79C65F8A}"/>
          </ac:spMkLst>
        </pc:spChg>
        <pc:spChg chg="add del mod">
          <ac:chgData name="Tejas Pv" userId="1e88bfb2-d59e-4645-8c99-92041b91f7a7" providerId="ADAL" clId="{2FBA9732-C38A-4FDC-BC29-5CFAA482E28D}" dt="2022-10-21T12:09:27.985" v="177" actId="478"/>
          <ac:spMkLst>
            <pc:docMk/>
            <pc:sldMk cId="3789785125" sldId="256"/>
            <ac:spMk id="40" creationId="{AD28369C-B74C-A3AD-223D-DE99606F50EC}"/>
          </ac:spMkLst>
        </pc:spChg>
        <pc:spChg chg="add del mod">
          <ac:chgData name="Tejas Pv" userId="1e88bfb2-d59e-4645-8c99-92041b91f7a7" providerId="ADAL" clId="{2FBA9732-C38A-4FDC-BC29-5CFAA482E28D}" dt="2022-10-21T12:09:22.011" v="172" actId="21"/>
          <ac:spMkLst>
            <pc:docMk/>
            <pc:sldMk cId="3789785125" sldId="256"/>
            <ac:spMk id="41" creationId="{3FE7D7C1-24C4-AD28-4D27-6490BCC3F8A2}"/>
          </ac:spMkLst>
        </pc:spChg>
        <pc:spChg chg="add mod">
          <ac:chgData name="Tejas Pv" userId="1e88bfb2-d59e-4645-8c99-92041b91f7a7" providerId="ADAL" clId="{2FBA9732-C38A-4FDC-BC29-5CFAA482E28D}" dt="2022-10-21T12:21:19.676" v="240" actId="208"/>
          <ac:spMkLst>
            <pc:docMk/>
            <pc:sldMk cId="3789785125" sldId="256"/>
            <ac:spMk id="49" creationId="{505BF58C-5C39-48D4-3CB7-1C68BF9511EF}"/>
          </ac:spMkLst>
        </pc:spChg>
        <pc:spChg chg="add mod">
          <ac:chgData name="Tejas Pv" userId="1e88bfb2-d59e-4645-8c99-92041b91f7a7" providerId="ADAL" clId="{2FBA9732-C38A-4FDC-BC29-5CFAA482E28D}" dt="2022-10-21T12:29:03.665" v="358" actId="14100"/>
          <ac:spMkLst>
            <pc:docMk/>
            <pc:sldMk cId="3789785125" sldId="256"/>
            <ac:spMk id="50" creationId="{87179F36-5574-A9EA-0F69-EB185C559F8C}"/>
          </ac:spMkLst>
        </pc:spChg>
        <pc:spChg chg="add mod">
          <ac:chgData name="Tejas Pv" userId="1e88bfb2-d59e-4645-8c99-92041b91f7a7" providerId="ADAL" clId="{2FBA9732-C38A-4FDC-BC29-5CFAA482E28D}" dt="2022-10-21T12:28:48.079" v="356" actId="14100"/>
          <ac:spMkLst>
            <pc:docMk/>
            <pc:sldMk cId="3789785125" sldId="256"/>
            <ac:spMk id="55" creationId="{F4579DF7-2707-0D83-A42D-C61299C9A9B4}"/>
          </ac:spMkLst>
        </pc:spChg>
        <pc:spChg chg="add mod">
          <ac:chgData name="Tejas Pv" userId="1e88bfb2-d59e-4645-8c99-92041b91f7a7" providerId="ADAL" clId="{2FBA9732-C38A-4FDC-BC29-5CFAA482E28D}" dt="2022-10-21T12:29:31.875" v="490" actId="1038"/>
          <ac:spMkLst>
            <pc:docMk/>
            <pc:sldMk cId="3789785125" sldId="256"/>
            <ac:spMk id="56" creationId="{C94F53CE-E33E-5665-529D-28C65BBE2D99}"/>
          </ac:spMkLst>
        </pc:spChg>
        <pc:spChg chg="add mod">
          <ac:chgData name="Tejas Pv" userId="1e88bfb2-d59e-4645-8c99-92041b91f7a7" providerId="ADAL" clId="{2FBA9732-C38A-4FDC-BC29-5CFAA482E28D}" dt="2022-10-21T12:29:31.875" v="490" actId="1038"/>
          <ac:spMkLst>
            <pc:docMk/>
            <pc:sldMk cId="3789785125" sldId="256"/>
            <ac:spMk id="57" creationId="{C33A86BF-0939-CD87-4338-F18E6FA20AC8}"/>
          </ac:spMkLst>
        </pc:spChg>
        <pc:spChg chg="add mod">
          <ac:chgData name="Tejas Pv" userId="1e88bfb2-d59e-4645-8c99-92041b91f7a7" providerId="ADAL" clId="{2FBA9732-C38A-4FDC-BC29-5CFAA482E28D}" dt="2022-10-21T12:29:31.875" v="490" actId="1038"/>
          <ac:spMkLst>
            <pc:docMk/>
            <pc:sldMk cId="3789785125" sldId="256"/>
            <ac:spMk id="59" creationId="{83F1D5BA-A3A8-F747-B250-283C61FBCEAF}"/>
          </ac:spMkLst>
        </pc:spChg>
        <pc:spChg chg="add mod">
          <ac:chgData name="Tejas Pv" userId="1e88bfb2-d59e-4645-8c99-92041b91f7a7" providerId="ADAL" clId="{2FBA9732-C38A-4FDC-BC29-5CFAA482E28D}" dt="2022-10-21T12:28:30.131" v="353" actId="1035"/>
          <ac:spMkLst>
            <pc:docMk/>
            <pc:sldMk cId="3789785125" sldId="256"/>
            <ac:spMk id="60" creationId="{6C686280-9740-F447-3B14-0AE79B796421}"/>
          </ac:spMkLst>
        </pc:spChg>
        <pc:spChg chg="add mod">
          <ac:chgData name="Tejas Pv" userId="1e88bfb2-d59e-4645-8c99-92041b91f7a7" providerId="ADAL" clId="{2FBA9732-C38A-4FDC-BC29-5CFAA482E28D}" dt="2022-10-21T12:36:16.919" v="1483" actId="1036"/>
          <ac:spMkLst>
            <pc:docMk/>
            <pc:sldMk cId="3789785125" sldId="256"/>
            <ac:spMk id="61" creationId="{270C3228-CCEA-9281-9D6C-1BCE4EBD1388}"/>
          </ac:spMkLst>
        </pc:spChg>
        <pc:grpChg chg="mod">
          <ac:chgData name="Tejas Pv" userId="1e88bfb2-d59e-4645-8c99-92041b91f7a7" providerId="ADAL" clId="{2FBA9732-C38A-4FDC-BC29-5CFAA482E28D}" dt="2022-10-21T12:18:27.352" v="190"/>
          <ac:grpSpMkLst>
            <pc:docMk/>
            <pc:sldMk cId="3789785125" sldId="256"/>
            <ac:grpSpMk id="9" creationId="{6CC962AE-F018-E1E4-863E-7C13ADC9CB7B}"/>
          </ac:grpSpMkLst>
        </pc:grpChg>
        <pc:grpChg chg="mod">
          <ac:chgData name="Tejas Pv" userId="1e88bfb2-d59e-4645-8c99-92041b91f7a7" providerId="ADAL" clId="{2FBA9732-C38A-4FDC-BC29-5CFAA482E28D}" dt="2022-10-21T12:19:36.443" v="210"/>
          <ac:grpSpMkLst>
            <pc:docMk/>
            <pc:sldMk cId="3789785125" sldId="256"/>
            <ac:grpSpMk id="47" creationId="{BEFF2FA2-5BDC-718E-B45E-CEE2D01DDF38}"/>
          </ac:grpSpMkLst>
        </pc:grpChg>
        <pc:grpChg chg="mod">
          <ac:chgData name="Tejas Pv" userId="1e88bfb2-d59e-4645-8c99-92041b91f7a7" providerId="ADAL" clId="{2FBA9732-C38A-4FDC-BC29-5CFAA482E28D}" dt="2022-10-21T12:19:36.443" v="210"/>
          <ac:grpSpMkLst>
            <pc:docMk/>
            <pc:sldMk cId="3789785125" sldId="256"/>
            <ac:grpSpMk id="48" creationId="{60E4C7B1-3DAF-F2D1-0ACF-C8E1EFE89DE8}"/>
          </ac:grpSpMkLst>
        </pc:grpChg>
        <pc:picChg chg="add del">
          <ac:chgData name="Tejas Pv" userId="1e88bfb2-d59e-4645-8c99-92041b91f7a7" providerId="ADAL" clId="{2FBA9732-C38A-4FDC-BC29-5CFAA482E28D}" dt="2022-10-21T12:10:05.481" v="185" actId="478"/>
          <ac:picMkLst>
            <pc:docMk/>
            <pc:sldMk cId="3789785125" sldId="256"/>
            <ac:picMk id="2" creationId="{2E9B7D1B-DCEF-5767-F5F2-C1EB203ABE5F}"/>
          </ac:picMkLst>
        </pc:picChg>
        <pc:picChg chg="del">
          <ac:chgData name="Tejas Pv" userId="1e88bfb2-d59e-4645-8c99-92041b91f7a7" providerId="ADAL" clId="{2FBA9732-C38A-4FDC-BC29-5CFAA482E28D}" dt="2022-10-21T12:09:18.576" v="171" actId="21"/>
          <ac:picMkLst>
            <pc:docMk/>
            <pc:sldMk cId="3789785125" sldId="256"/>
            <ac:picMk id="4" creationId="{7FE2EFD5-EEB0-6EF0-E546-7081224F77BE}"/>
          </ac:picMkLst>
        </pc:picChg>
        <pc:picChg chg="del">
          <ac:chgData name="Tejas Pv" userId="1e88bfb2-d59e-4645-8c99-92041b91f7a7" providerId="ADAL" clId="{2FBA9732-C38A-4FDC-BC29-5CFAA482E28D}" dt="2022-10-21T12:09:18.576" v="171" actId="21"/>
          <ac:picMkLst>
            <pc:docMk/>
            <pc:sldMk cId="3789785125" sldId="256"/>
            <ac:picMk id="5" creationId="{676EC284-83DF-3B72-5E6B-5813BF8F5BD8}"/>
          </ac:picMkLst>
        </pc:picChg>
        <pc:picChg chg="del">
          <ac:chgData name="Tejas Pv" userId="1e88bfb2-d59e-4645-8c99-92041b91f7a7" providerId="ADAL" clId="{2FBA9732-C38A-4FDC-BC29-5CFAA482E28D}" dt="2022-10-21T12:09:18.576" v="171" actId="21"/>
          <ac:picMkLst>
            <pc:docMk/>
            <pc:sldMk cId="3789785125" sldId="256"/>
            <ac:picMk id="6" creationId="{72816712-47D6-BCA2-2781-612013C8A223}"/>
          </ac:picMkLst>
        </pc:picChg>
        <pc:picChg chg="del">
          <ac:chgData name="Tejas Pv" userId="1e88bfb2-d59e-4645-8c99-92041b91f7a7" providerId="ADAL" clId="{2FBA9732-C38A-4FDC-BC29-5CFAA482E28D}" dt="2022-10-21T12:09:18.576" v="171" actId="21"/>
          <ac:picMkLst>
            <pc:docMk/>
            <pc:sldMk cId="3789785125" sldId="256"/>
            <ac:picMk id="7" creationId="{E4EC8042-91A7-36B7-1B94-C4183021652F}"/>
          </ac:picMkLst>
        </pc:picChg>
        <pc:picChg chg="del">
          <ac:chgData name="Tejas Pv" userId="1e88bfb2-d59e-4645-8c99-92041b91f7a7" providerId="ADAL" clId="{2FBA9732-C38A-4FDC-BC29-5CFAA482E28D}" dt="2022-10-21T12:09:18.576" v="171" actId="21"/>
          <ac:picMkLst>
            <pc:docMk/>
            <pc:sldMk cId="3789785125" sldId="256"/>
            <ac:picMk id="32" creationId="{5A14CFDA-F9BE-76C6-9DBB-9ED25E057CCA}"/>
          </ac:picMkLst>
        </pc:picChg>
        <pc:picChg chg="del">
          <ac:chgData name="Tejas Pv" userId="1e88bfb2-d59e-4645-8c99-92041b91f7a7" providerId="ADAL" clId="{2FBA9732-C38A-4FDC-BC29-5CFAA482E28D}" dt="2022-10-21T12:09:18.576" v="171" actId="21"/>
          <ac:picMkLst>
            <pc:docMk/>
            <pc:sldMk cId="3789785125" sldId="256"/>
            <ac:picMk id="33" creationId="{A63887D2-337D-D018-65BD-57B8CE829249}"/>
          </ac:picMkLst>
        </pc:picChg>
        <pc:picChg chg="add del mod">
          <ac:chgData name="Tejas Pv" userId="1e88bfb2-d59e-4645-8c99-92041b91f7a7" providerId="ADAL" clId="{2FBA9732-C38A-4FDC-BC29-5CFAA482E28D}" dt="2022-10-21T12:09:58.018" v="183" actId="21"/>
          <ac:picMkLst>
            <pc:docMk/>
            <pc:sldMk cId="3789785125" sldId="256"/>
            <ac:picMk id="1026" creationId="{C4556A98-A267-0322-0DA9-6F3DFAF68ED6}"/>
          </ac:picMkLst>
        </pc:picChg>
        <pc:inkChg chg="add del mod">
          <ac:chgData name="Tejas Pv" userId="1e88bfb2-d59e-4645-8c99-92041b91f7a7" providerId="ADAL" clId="{2FBA9732-C38A-4FDC-BC29-5CFAA482E28D}" dt="2022-10-21T12:18:27.595" v="191" actId="9405"/>
          <ac:inkMkLst>
            <pc:docMk/>
            <pc:sldMk cId="3789785125" sldId="256"/>
            <ac:inkMk id="3" creationId="{820848F9-7984-DC86-1C22-5623A9A36DD3}"/>
          </ac:inkMkLst>
        </pc:inkChg>
        <pc:inkChg chg="add del mod">
          <ac:chgData name="Tejas Pv" userId="1e88bfb2-d59e-4645-8c99-92041b91f7a7" providerId="ADAL" clId="{2FBA9732-C38A-4FDC-BC29-5CFAA482E28D}" dt="2022-10-21T12:18:27.352" v="190"/>
          <ac:inkMkLst>
            <pc:docMk/>
            <pc:sldMk cId="3789785125" sldId="256"/>
            <ac:inkMk id="8" creationId="{0C9A8210-8704-D871-E6A3-1795892A3681}"/>
          </ac:inkMkLst>
        </pc:inkChg>
        <pc:inkChg chg="add del">
          <ac:chgData name="Tejas Pv" userId="1e88bfb2-d59e-4645-8c99-92041b91f7a7" providerId="ADAL" clId="{2FBA9732-C38A-4FDC-BC29-5CFAA482E28D}" dt="2022-10-21T12:19:24.768" v="197" actId="9405"/>
          <ac:inkMkLst>
            <pc:docMk/>
            <pc:sldMk cId="3789785125" sldId="256"/>
            <ac:inkMk id="14" creationId="{7DB9929D-DB8E-FBE1-19CB-D3C3DF126BE3}"/>
          </ac:inkMkLst>
        </pc:inkChg>
        <pc:inkChg chg="add del">
          <ac:chgData name="Tejas Pv" userId="1e88bfb2-d59e-4645-8c99-92041b91f7a7" providerId="ADAL" clId="{2FBA9732-C38A-4FDC-BC29-5CFAA482E28D}" dt="2022-10-21T12:19:38.180" v="219" actId="9405"/>
          <ac:inkMkLst>
            <pc:docMk/>
            <pc:sldMk cId="3789785125" sldId="256"/>
            <ac:inkMk id="24" creationId="{6B75CE59-5BA5-3A14-D82D-B15FFDEF6899}"/>
          </ac:inkMkLst>
        </pc:inkChg>
        <pc:inkChg chg="add del">
          <ac:chgData name="Tejas Pv" userId="1e88bfb2-d59e-4645-8c99-92041b91f7a7" providerId="ADAL" clId="{2FBA9732-C38A-4FDC-BC29-5CFAA482E28D}" dt="2022-10-21T12:19:38.006" v="218" actId="9405"/>
          <ac:inkMkLst>
            <pc:docMk/>
            <pc:sldMk cId="3789785125" sldId="256"/>
            <ac:inkMk id="25" creationId="{AAF8CB12-94AF-7FED-DFF3-CA2CEFB62F5D}"/>
          </ac:inkMkLst>
        </pc:inkChg>
        <pc:inkChg chg="add del mod">
          <ac:chgData name="Tejas Pv" userId="1e88bfb2-d59e-4645-8c99-92041b91f7a7" providerId="ADAL" clId="{2FBA9732-C38A-4FDC-BC29-5CFAA482E28D}" dt="2022-10-21T12:19:37.852" v="217" actId="9405"/>
          <ac:inkMkLst>
            <pc:docMk/>
            <pc:sldMk cId="3789785125" sldId="256"/>
            <ac:inkMk id="26" creationId="{211FC1A1-B24D-4A8F-5E65-C8D5ADC3CC8C}"/>
          </ac:inkMkLst>
        </pc:inkChg>
        <pc:inkChg chg="add del mod">
          <ac:chgData name="Tejas Pv" userId="1e88bfb2-d59e-4645-8c99-92041b91f7a7" providerId="ADAL" clId="{2FBA9732-C38A-4FDC-BC29-5CFAA482E28D}" dt="2022-10-21T12:19:37.696" v="216" actId="9405"/>
          <ac:inkMkLst>
            <pc:docMk/>
            <pc:sldMk cId="3789785125" sldId="256"/>
            <ac:inkMk id="27" creationId="{0C1A403D-A9BD-D390-0CAF-1C45F6EC2762}"/>
          </ac:inkMkLst>
        </pc:inkChg>
        <pc:inkChg chg="add del mod">
          <ac:chgData name="Tejas Pv" userId="1e88bfb2-d59e-4645-8c99-92041b91f7a7" providerId="ADAL" clId="{2FBA9732-C38A-4FDC-BC29-5CFAA482E28D}" dt="2022-10-21T12:19:37.519" v="215" actId="9405"/>
          <ac:inkMkLst>
            <pc:docMk/>
            <pc:sldMk cId="3789785125" sldId="256"/>
            <ac:inkMk id="31" creationId="{D76C6B32-1DA1-66FE-3F3F-A5D19B1FE953}"/>
          </ac:inkMkLst>
        </pc:inkChg>
        <pc:inkChg chg="add del mod">
          <ac:chgData name="Tejas Pv" userId="1e88bfb2-d59e-4645-8c99-92041b91f7a7" providerId="ADAL" clId="{2FBA9732-C38A-4FDC-BC29-5CFAA482E28D}" dt="2022-10-21T12:19:37.368" v="214" actId="9405"/>
          <ac:inkMkLst>
            <pc:docMk/>
            <pc:sldMk cId="3789785125" sldId="256"/>
            <ac:inkMk id="42" creationId="{7EC98823-CE32-16A9-AA22-D1A59DB77D0D}"/>
          </ac:inkMkLst>
        </pc:inkChg>
        <pc:inkChg chg="add del mod">
          <ac:chgData name="Tejas Pv" userId="1e88bfb2-d59e-4645-8c99-92041b91f7a7" providerId="ADAL" clId="{2FBA9732-C38A-4FDC-BC29-5CFAA482E28D}" dt="2022-10-21T12:19:37.194" v="213" actId="9405"/>
          <ac:inkMkLst>
            <pc:docMk/>
            <pc:sldMk cId="3789785125" sldId="256"/>
            <ac:inkMk id="43" creationId="{1D1CC1E6-897C-A505-20CD-767F28D1290D}"/>
          </ac:inkMkLst>
        </pc:inkChg>
        <pc:inkChg chg="add del mod">
          <ac:chgData name="Tejas Pv" userId="1e88bfb2-d59e-4645-8c99-92041b91f7a7" providerId="ADAL" clId="{2FBA9732-C38A-4FDC-BC29-5CFAA482E28D}" dt="2022-10-21T12:19:37.042" v="212" actId="9405"/>
          <ac:inkMkLst>
            <pc:docMk/>
            <pc:sldMk cId="3789785125" sldId="256"/>
            <ac:inkMk id="44" creationId="{8731CB39-7E55-F0D5-0298-A00601E16B00}"/>
          </ac:inkMkLst>
        </pc:inkChg>
        <pc:inkChg chg="add del mod">
          <ac:chgData name="Tejas Pv" userId="1e88bfb2-d59e-4645-8c99-92041b91f7a7" providerId="ADAL" clId="{2FBA9732-C38A-4FDC-BC29-5CFAA482E28D}" dt="2022-10-21T12:19:36.845" v="211" actId="9405"/>
          <ac:inkMkLst>
            <pc:docMk/>
            <pc:sldMk cId="3789785125" sldId="256"/>
            <ac:inkMk id="45" creationId="{88AEE18B-3988-3186-226A-7CABBC0B7A21}"/>
          </ac:inkMkLst>
        </pc:inkChg>
        <pc:inkChg chg="add del mod">
          <ac:chgData name="Tejas Pv" userId="1e88bfb2-d59e-4645-8c99-92041b91f7a7" providerId="ADAL" clId="{2FBA9732-C38A-4FDC-BC29-5CFAA482E28D}" dt="2022-10-21T12:19:36.443" v="210"/>
          <ac:inkMkLst>
            <pc:docMk/>
            <pc:sldMk cId="3789785125" sldId="256"/>
            <ac:inkMk id="46" creationId="{1A9E5090-478D-ABD8-5FF6-1D7E9CED6A48}"/>
          </ac:inkMkLst>
        </pc:inkChg>
        <pc:inkChg chg="add del">
          <ac:chgData name="Tejas Pv" userId="1e88bfb2-d59e-4645-8c99-92041b91f7a7" providerId="ADAL" clId="{2FBA9732-C38A-4FDC-BC29-5CFAA482E28D}" dt="2022-10-21T12:20:17.664" v="228" actId="9405"/>
          <ac:inkMkLst>
            <pc:docMk/>
            <pc:sldMk cId="3789785125" sldId="256"/>
            <ac:inkMk id="51" creationId="{DD753EF9-ABF0-5881-48A1-FDEE54E2D1BB}"/>
          </ac:inkMkLst>
        </pc:inkChg>
        <pc:inkChg chg="add del">
          <ac:chgData name="Tejas Pv" userId="1e88bfb2-d59e-4645-8c99-92041b91f7a7" providerId="ADAL" clId="{2FBA9732-C38A-4FDC-BC29-5CFAA482E28D}" dt="2022-10-21T12:20:53.949" v="235" actId="9405"/>
          <ac:inkMkLst>
            <pc:docMk/>
            <pc:sldMk cId="3789785125" sldId="256"/>
            <ac:inkMk id="52" creationId="{8595E94B-BAFB-7938-E71B-1BBAD8E78E1F}"/>
          </ac:inkMkLst>
        </pc:inkChg>
        <pc:inkChg chg="add">
          <ac:chgData name="Tejas Pv" userId="1e88bfb2-d59e-4645-8c99-92041b91f7a7" providerId="ADAL" clId="{2FBA9732-C38A-4FDC-BC29-5CFAA482E28D}" dt="2022-10-21T12:20:55.884" v="236" actId="9405"/>
          <ac:inkMkLst>
            <pc:docMk/>
            <pc:sldMk cId="3789785125" sldId="256"/>
            <ac:inkMk id="53" creationId="{DD6DCFC1-6263-7894-C85E-A7A2FDB5C5EE}"/>
          </ac:inkMkLst>
        </pc:inkChg>
        <pc:inkChg chg="add del">
          <ac:chgData name="Tejas Pv" userId="1e88bfb2-d59e-4645-8c99-92041b91f7a7" providerId="ADAL" clId="{2FBA9732-C38A-4FDC-BC29-5CFAA482E28D}" dt="2022-10-21T12:21:14.139" v="239" actId="9405"/>
          <ac:inkMkLst>
            <pc:docMk/>
            <pc:sldMk cId="3789785125" sldId="256"/>
            <ac:inkMk id="54" creationId="{F93B5F35-E5BE-44E5-8210-5B50168E4FEE}"/>
          </ac:inkMkLst>
        </pc:inkChg>
        <pc:inkChg chg="add del">
          <ac:chgData name="Tejas Pv" userId="1e88bfb2-d59e-4645-8c99-92041b91f7a7" providerId="ADAL" clId="{2FBA9732-C38A-4FDC-BC29-5CFAA482E28D}" dt="2022-10-21T12:24:10.340" v="257" actId="9405"/>
          <ac:inkMkLst>
            <pc:docMk/>
            <pc:sldMk cId="3789785125" sldId="256"/>
            <ac:inkMk id="58" creationId="{B875E799-1E55-CB6E-650B-858F14CAABE1}"/>
          </ac:inkMkLst>
        </pc:inkChg>
      </pc:sldChg>
      <pc:sldChg chg="addSp delSp modSp new mod modClrScheme chgLayout">
        <pc:chgData name="Tejas Pv" userId="1e88bfb2-d59e-4645-8c99-92041b91f7a7" providerId="ADAL" clId="{2FBA9732-C38A-4FDC-BC29-5CFAA482E28D}" dt="2022-10-21T12:55:29.242" v="2053" actId="1035"/>
        <pc:sldMkLst>
          <pc:docMk/>
          <pc:sldMk cId="3767203803" sldId="260"/>
        </pc:sldMkLst>
        <pc:spChg chg="add del mod ord">
          <ac:chgData name="Tejas Pv" userId="1e88bfb2-d59e-4645-8c99-92041b91f7a7" providerId="ADAL" clId="{2FBA9732-C38A-4FDC-BC29-5CFAA482E28D}" dt="2022-10-21T12:34:02.415" v="1177" actId="700"/>
          <ac:spMkLst>
            <pc:docMk/>
            <pc:sldMk cId="3767203803" sldId="260"/>
            <ac:spMk id="2" creationId="{2BFC7AE7-04B0-C7BD-BB89-6855ECF5C082}"/>
          </ac:spMkLst>
        </pc:spChg>
        <pc:spChg chg="add del mod">
          <ac:chgData name="Tejas Pv" userId="1e88bfb2-d59e-4645-8c99-92041b91f7a7" providerId="ADAL" clId="{2FBA9732-C38A-4FDC-BC29-5CFAA482E28D}" dt="2022-10-21T12:34:02.415" v="1177" actId="700"/>
          <ac:spMkLst>
            <pc:docMk/>
            <pc:sldMk cId="3767203803" sldId="260"/>
            <ac:spMk id="3" creationId="{7488E89E-8F9C-FA15-7FD8-8C428BD7B52D}"/>
          </ac:spMkLst>
        </pc:spChg>
        <pc:spChg chg="add del mod ord">
          <ac:chgData name="Tejas Pv" userId="1e88bfb2-d59e-4645-8c99-92041b91f7a7" providerId="ADAL" clId="{2FBA9732-C38A-4FDC-BC29-5CFAA482E28D}" dt="2022-10-21T12:34:14.763" v="1178" actId="700"/>
          <ac:spMkLst>
            <pc:docMk/>
            <pc:sldMk cId="3767203803" sldId="260"/>
            <ac:spMk id="4" creationId="{22DB4321-ECCA-A69F-4DE0-70B195EE1633}"/>
          </ac:spMkLst>
        </pc:spChg>
        <pc:spChg chg="add del mod ord">
          <ac:chgData name="Tejas Pv" userId="1e88bfb2-d59e-4645-8c99-92041b91f7a7" providerId="ADAL" clId="{2FBA9732-C38A-4FDC-BC29-5CFAA482E28D}" dt="2022-10-21T12:34:39.149" v="1194" actId="478"/>
          <ac:spMkLst>
            <pc:docMk/>
            <pc:sldMk cId="3767203803" sldId="260"/>
            <ac:spMk id="5" creationId="{2DA6ECB9-A78D-2623-A1A3-EC4F2180E491}"/>
          </ac:spMkLst>
        </pc:spChg>
        <pc:spChg chg="add del mod ord">
          <ac:chgData name="Tejas Pv" userId="1e88bfb2-d59e-4645-8c99-92041b91f7a7" providerId="ADAL" clId="{2FBA9732-C38A-4FDC-BC29-5CFAA482E28D}" dt="2022-10-21T12:34:31.643" v="1192" actId="700"/>
          <ac:spMkLst>
            <pc:docMk/>
            <pc:sldMk cId="3767203803" sldId="260"/>
            <ac:spMk id="6" creationId="{517D6D7D-FF8C-6915-35E8-221F1CD770E5}"/>
          </ac:spMkLst>
        </pc:spChg>
        <pc:spChg chg="add del mod ord">
          <ac:chgData name="Tejas Pv" userId="1e88bfb2-d59e-4645-8c99-92041b91f7a7" providerId="ADAL" clId="{2FBA9732-C38A-4FDC-BC29-5CFAA482E28D}" dt="2022-10-21T12:34:42.147" v="1195" actId="478"/>
          <ac:spMkLst>
            <pc:docMk/>
            <pc:sldMk cId="3767203803" sldId="260"/>
            <ac:spMk id="7" creationId="{62E2621D-7626-56D9-A4EF-0C02F8BE999C}"/>
          </ac:spMkLst>
        </pc:spChg>
        <pc:spChg chg="add mod">
          <ac:chgData name="Tejas Pv" userId="1e88bfb2-d59e-4645-8c99-92041b91f7a7" providerId="ADAL" clId="{2FBA9732-C38A-4FDC-BC29-5CFAA482E28D}" dt="2022-10-21T12:37:20.460" v="1577" actId="1036"/>
          <ac:spMkLst>
            <pc:docMk/>
            <pc:sldMk cId="3767203803" sldId="260"/>
            <ac:spMk id="8" creationId="{6D781553-4220-2DED-09DA-F03C539FA375}"/>
          </ac:spMkLst>
        </pc:spChg>
        <pc:spChg chg="add mod">
          <ac:chgData name="Tejas Pv" userId="1e88bfb2-d59e-4645-8c99-92041b91f7a7" providerId="ADAL" clId="{2FBA9732-C38A-4FDC-BC29-5CFAA482E28D}" dt="2022-10-21T12:37:52.795" v="1801" actId="1038"/>
          <ac:spMkLst>
            <pc:docMk/>
            <pc:sldMk cId="3767203803" sldId="260"/>
            <ac:spMk id="9" creationId="{14FA3399-EF64-5AB2-9273-87A58F1646F8}"/>
          </ac:spMkLst>
        </pc:spChg>
        <pc:spChg chg="add mod">
          <ac:chgData name="Tejas Pv" userId="1e88bfb2-d59e-4645-8c99-92041b91f7a7" providerId="ADAL" clId="{2FBA9732-C38A-4FDC-BC29-5CFAA482E28D}" dt="2022-10-21T12:37:52.795" v="1801" actId="1038"/>
          <ac:spMkLst>
            <pc:docMk/>
            <pc:sldMk cId="3767203803" sldId="260"/>
            <ac:spMk id="10" creationId="{5F5BB03E-4555-998F-3AE3-8364E7C3AC7A}"/>
          </ac:spMkLst>
        </pc:spChg>
        <pc:spChg chg="add mod">
          <ac:chgData name="Tejas Pv" userId="1e88bfb2-d59e-4645-8c99-92041b91f7a7" providerId="ADAL" clId="{2FBA9732-C38A-4FDC-BC29-5CFAA482E28D}" dt="2022-10-21T12:37:52.795" v="1801" actId="1038"/>
          <ac:spMkLst>
            <pc:docMk/>
            <pc:sldMk cId="3767203803" sldId="260"/>
            <ac:spMk id="11" creationId="{92C2342A-1A99-054C-706A-27A958F6969E}"/>
          </ac:spMkLst>
        </pc:spChg>
        <pc:spChg chg="add mod">
          <ac:chgData name="Tejas Pv" userId="1e88bfb2-d59e-4645-8c99-92041b91f7a7" providerId="ADAL" clId="{2FBA9732-C38A-4FDC-BC29-5CFAA482E28D}" dt="2022-10-21T12:37:52.795" v="1801" actId="1038"/>
          <ac:spMkLst>
            <pc:docMk/>
            <pc:sldMk cId="3767203803" sldId="260"/>
            <ac:spMk id="12" creationId="{DCC1D2C6-15D3-E5B7-6668-238A8BFE1DF1}"/>
          </ac:spMkLst>
        </pc:spChg>
        <pc:spChg chg="add del mod">
          <ac:chgData name="Tejas Pv" userId="1e88bfb2-d59e-4645-8c99-92041b91f7a7" providerId="ADAL" clId="{2FBA9732-C38A-4FDC-BC29-5CFAA482E28D}" dt="2022-10-21T12:37:23.371" v="1578" actId="478"/>
          <ac:spMkLst>
            <pc:docMk/>
            <pc:sldMk cId="3767203803" sldId="260"/>
            <ac:spMk id="13" creationId="{26D86877-00DB-4836-AF1E-5C8FEF0F7238}"/>
          </ac:spMkLst>
        </pc:spChg>
        <pc:spChg chg="add mod">
          <ac:chgData name="Tejas Pv" userId="1e88bfb2-d59e-4645-8c99-92041b91f7a7" providerId="ADAL" clId="{2FBA9732-C38A-4FDC-BC29-5CFAA482E28D}" dt="2022-10-21T12:37:52.795" v="1801" actId="1038"/>
          <ac:spMkLst>
            <pc:docMk/>
            <pc:sldMk cId="3767203803" sldId="260"/>
            <ac:spMk id="14" creationId="{1F5A317B-6996-3F28-8B7C-968FB0E8EA05}"/>
          </ac:spMkLst>
        </pc:spChg>
        <pc:spChg chg="add mod">
          <ac:chgData name="Tejas Pv" userId="1e88bfb2-d59e-4645-8c99-92041b91f7a7" providerId="ADAL" clId="{2FBA9732-C38A-4FDC-BC29-5CFAA482E28D}" dt="2022-10-21T12:37:44.677" v="1757" actId="1038"/>
          <ac:spMkLst>
            <pc:docMk/>
            <pc:sldMk cId="3767203803" sldId="260"/>
            <ac:spMk id="15" creationId="{9CCB0822-9922-9A76-45C1-727CAB9FAFC0}"/>
          </ac:spMkLst>
        </pc:spChg>
        <pc:spChg chg="add mod">
          <ac:chgData name="Tejas Pv" userId="1e88bfb2-d59e-4645-8c99-92041b91f7a7" providerId="ADAL" clId="{2FBA9732-C38A-4FDC-BC29-5CFAA482E28D}" dt="2022-10-21T12:37:44.677" v="1757" actId="1038"/>
          <ac:spMkLst>
            <pc:docMk/>
            <pc:sldMk cId="3767203803" sldId="260"/>
            <ac:spMk id="16" creationId="{05218DAB-CAAD-4C8E-AEB2-C067F48F8010}"/>
          </ac:spMkLst>
        </pc:spChg>
        <pc:spChg chg="add mod">
          <ac:chgData name="Tejas Pv" userId="1e88bfb2-d59e-4645-8c99-92041b91f7a7" providerId="ADAL" clId="{2FBA9732-C38A-4FDC-BC29-5CFAA482E28D}" dt="2022-10-21T12:37:44.677" v="1757" actId="1038"/>
          <ac:spMkLst>
            <pc:docMk/>
            <pc:sldMk cId="3767203803" sldId="260"/>
            <ac:spMk id="17" creationId="{81F5C027-AA78-A6D4-5848-1095A34CB637}"/>
          </ac:spMkLst>
        </pc:spChg>
        <pc:spChg chg="add mod">
          <ac:chgData name="Tejas Pv" userId="1e88bfb2-d59e-4645-8c99-92041b91f7a7" providerId="ADAL" clId="{2FBA9732-C38A-4FDC-BC29-5CFAA482E28D}" dt="2022-10-21T12:37:44.677" v="1757" actId="1038"/>
          <ac:spMkLst>
            <pc:docMk/>
            <pc:sldMk cId="3767203803" sldId="260"/>
            <ac:spMk id="18" creationId="{B6893300-BA24-482A-D975-43D5F8A0857F}"/>
          </ac:spMkLst>
        </pc:spChg>
        <pc:spChg chg="add del mod">
          <ac:chgData name="Tejas Pv" userId="1e88bfb2-d59e-4645-8c99-92041b91f7a7" providerId="ADAL" clId="{2FBA9732-C38A-4FDC-BC29-5CFAA482E28D}" dt="2022-10-21T12:37:47.303" v="1758" actId="478"/>
          <ac:spMkLst>
            <pc:docMk/>
            <pc:sldMk cId="3767203803" sldId="260"/>
            <ac:spMk id="19" creationId="{6D64C74F-567D-8015-6AE3-0D0FA8DB2E36}"/>
          </ac:spMkLst>
        </pc:spChg>
        <pc:spChg chg="add mod">
          <ac:chgData name="Tejas Pv" userId="1e88bfb2-d59e-4645-8c99-92041b91f7a7" providerId="ADAL" clId="{2FBA9732-C38A-4FDC-BC29-5CFAA482E28D}" dt="2022-10-21T12:37:44.677" v="1757" actId="1038"/>
          <ac:spMkLst>
            <pc:docMk/>
            <pc:sldMk cId="3767203803" sldId="260"/>
            <ac:spMk id="20" creationId="{2655E202-8BE9-579A-13C9-842FD9171FA1}"/>
          </ac:spMkLst>
        </pc:spChg>
        <pc:spChg chg="add mod">
          <ac:chgData name="Tejas Pv" userId="1e88bfb2-d59e-4645-8c99-92041b91f7a7" providerId="ADAL" clId="{2FBA9732-C38A-4FDC-BC29-5CFAA482E28D}" dt="2022-10-21T12:55:18.861" v="2023" actId="1035"/>
          <ac:spMkLst>
            <pc:docMk/>
            <pc:sldMk cId="3767203803" sldId="260"/>
            <ac:spMk id="23" creationId="{65032785-7F4D-A5CB-F887-D16F85C6E9DA}"/>
          </ac:spMkLst>
        </pc:spChg>
        <pc:spChg chg="add mod">
          <ac:chgData name="Tejas Pv" userId="1e88bfb2-d59e-4645-8c99-92041b91f7a7" providerId="ADAL" clId="{2FBA9732-C38A-4FDC-BC29-5CFAA482E28D}" dt="2022-10-21T12:55:29.242" v="2053" actId="1035"/>
          <ac:spMkLst>
            <pc:docMk/>
            <pc:sldMk cId="3767203803" sldId="260"/>
            <ac:spMk id="24" creationId="{FD35FA98-AD0F-63D3-7372-41247F2D667D}"/>
          </ac:spMkLst>
        </pc:spChg>
        <pc:picChg chg="add mod">
          <ac:chgData name="Tejas Pv" userId="1e88bfb2-d59e-4645-8c99-92041b91f7a7" providerId="ADAL" clId="{2FBA9732-C38A-4FDC-BC29-5CFAA482E28D}" dt="2022-10-21T12:54:55.474" v="1984" actId="1076"/>
          <ac:picMkLst>
            <pc:docMk/>
            <pc:sldMk cId="3767203803" sldId="260"/>
            <ac:picMk id="21" creationId="{8A09B3E9-723A-D57A-E25E-D5EED7ED728F}"/>
          </ac:picMkLst>
        </pc:picChg>
        <pc:picChg chg="add mod">
          <ac:chgData name="Tejas Pv" userId="1e88bfb2-d59e-4645-8c99-92041b91f7a7" providerId="ADAL" clId="{2FBA9732-C38A-4FDC-BC29-5CFAA482E28D}" dt="2022-10-21T12:54:57.834" v="1985" actId="1076"/>
          <ac:picMkLst>
            <pc:docMk/>
            <pc:sldMk cId="3767203803" sldId="260"/>
            <ac:picMk id="22" creationId="{3C7E208B-26A1-BC7B-591C-8B5E8976FD00}"/>
          </ac:picMkLst>
        </pc:picChg>
      </pc:sldChg>
      <pc:sldChg chg="addSp delSp modSp new del mod">
        <pc:chgData name="Tejas Pv" userId="1e88bfb2-d59e-4645-8c99-92041b91f7a7" providerId="ADAL" clId="{2FBA9732-C38A-4FDC-BC29-5CFAA482E28D}" dt="2022-10-21T13:00:00.878" v="2417" actId="47"/>
        <pc:sldMkLst>
          <pc:docMk/>
          <pc:sldMk cId="1856321116" sldId="261"/>
        </pc:sldMkLst>
        <pc:spChg chg="del">
          <ac:chgData name="Tejas Pv" userId="1e88bfb2-d59e-4645-8c99-92041b91f7a7" providerId="ADAL" clId="{2FBA9732-C38A-4FDC-BC29-5CFAA482E28D}" dt="2022-10-21T12:38:19.522" v="1803" actId="478"/>
          <ac:spMkLst>
            <pc:docMk/>
            <pc:sldMk cId="1856321116" sldId="261"/>
            <ac:spMk id="2" creationId="{5934BB64-7A05-B0B7-B3B3-F64640200462}"/>
          </ac:spMkLst>
        </pc:spChg>
        <pc:picChg chg="add mod">
          <ac:chgData name="Tejas Pv" userId="1e88bfb2-d59e-4645-8c99-92041b91f7a7" providerId="ADAL" clId="{2FBA9732-C38A-4FDC-BC29-5CFAA482E28D}" dt="2022-10-21T12:48:30.033" v="1978" actId="1076"/>
          <ac:picMkLst>
            <pc:docMk/>
            <pc:sldMk cId="1856321116" sldId="261"/>
            <ac:picMk id="3" creationId="{7062EE4A-3763-1ABC-8E66-CFF379F89BA4}"/>
          </ac:picMkLst>
        </pc:picChg>
        <pc:picChg chg="add mod">
          <ac:chgData name="Tejas Pv" userId="1e88bfb2-d59e-4645-8c99-92041b91f7a7" providerId="ADAL" clId="{2FBA9732-C38A-4FDC-BC29-5CFAA482E28D}" dt="2022-10-21T12:48:28.590" v="1977" actId="1076"/>
          <ac:picMkLst>
            <pc:docMk/>
            <pc:sldMk cId="1856321116" sldId="261"/>
            <ac:picMk id="4" creationId="{5EBADD2D-71F6-88B1-818F-662E0B3BFF17}"/>
          </ac:picMkLst>
        </pc:picChg>
        <pc:picChg chg="add mod">
          <ac:chgData name="Tejas Pv" userId="1e88bfb2-d59e-4645-8c99-92041b91f7a7" providerId="ADAL" clId="{2FBA9732-C38A-4FDC-BC29-5CFAA482E28D}" dt="2022-10-21T12:48:27.733" v="1976" actId="1076"/>
          <ac:picMkLst>
            <pc:docMk/>
            <pc:sldMk cId="1856321116" sldId="261"/>
            <ac:picMk id="5" creationId="{572A5180-EC49-909C-4BF9-B0094E0410D2}"/>
          </ac:picMkLst>
        </pc:picChg>
        <pc:picChg chg="add mod">
          <ac:chgData name="Tejas Pv" userId="1e88bfb2-d59e-4645-8c99-92041b91f7a7" providerId="ADAL" clId="{2FBA9732-C38A-4FDC-BC29-5CFAA482E28D}" dt="2022-10-21T12:48:31.594" v="1979" actId="1076"/>
          <ac:picMkLst>
            <pc:docMk/>
            <pc:sldMk cId="1856321116" sldId="261"/>
            <ac:picMk id="2050" creationId="{BCE078A2-1185-F66E-8FAC-B3DD286A590F}"/>
          </ac:picMkLst>
        </pc:picChg>
        <pc:picChg chg="add del">
          <ac:chgData name="Tejas Pv" userId="1e88bfb2-d59e-4645-8c99-92041b91f7a7" providerId="ADAL" clId="{2FBA9732-C38A-4FDC-BC29-5CFAA482E28D}" dt="2022-10-21T12:38:57.285" v="1877"/>
          <ac:picMkLst>
            <pc:docMk/>
            <pc:sldMk cId="1856321116" sldId="261"/>
            <ac:picMk id="2051" creationId="{07FE537E-0B72-2F87-6CD5-CF1679DDAC41}"/>
          </ac:picMkLst>
        </pc:picChg>
        <pc:inkChg chg="add del">
          <ac:chgData name="Tejas Pv" userId="1e88bfb2-d59e-4645-8c99-92041b91f7a7" providerId="ADAL" clId="{2FBA9732-C38A-4FDC-BC29-5CFAA482E28D}" dt="2022-10-21T12:41:10.635" v="1893" actId="9405"/>
          <ac:inkMkLst>
            <pc:docMk/>
            <pc:sldMk cId="1856321116" sldId="261"/>
            <ac:inkMk id="6" creationId="{C28A446E-97D3-44B3-5359-A1AAE0C5B0AC}"/>
          </ac:inkMkLst>
        </pc:inkChg>
      </pc:sldChg>
      <pc:sldChg chg="modSp add mod">
        <pc:chgData name="Tejas Pv" userId="1e88bfb2-d59e-4645-8c99-92041b91f7a7" providerId="ADAL" clId="{2FBA9732-C38A-4FDC-BC29-5CFAA482E28D}" dt="2022-10-21T12:58:42.699" v="2360" actId="20577"/>
        <pc:sldMkLst>
          <pc:docMk/>
          <pc:sldMk cId="2779245915" sldId="262"/>
        </pc:sldMkLst>
        <pc:spChg chg="mod">
          <ac:chgData name="Tejas Pv" userId="1e88bfb2-d59e-4645-8c99-92041b91f7a7" providerId="ADAL" clId="{2FBA9732-C38A-4FDC-BC29-5CFAA482E28D}" dt="2022-10-21T12:56:38.558" v="2081" actId="20577"/>
          <ac:spMkLst>
            <pc:docMk/>
            <pc:sldMk cId="2779245915" sldId="262"/>
            <ac:spMk id="8" creationId="{6D781553-4220-2DED-09DA-F03C539FA375}"/>
          </ac:spMkLst>
        </pc:spChg>
        <pc:spChg chg="mod">
          <ac:chgData name="Tejas Pv" userId="1e88bfb2-d59e-4645-8c99-92041b91f7a7" providerId="ADAL" clId="{2FBA9732-C38A-4FDC-BC29-5CFAA482E28D}" dt="2022-10-21T12:58:18.920" v="2218" actId="1038"/>
          <ac:spMkLst>
            <pc:docMk/>
            <pc:sldMk cId="2779245915" sldId="262"/>
            <ac:spMk id="9" creationId="{14FA3399-EF64-5AB2-9273-87A58F1646F8}"/>
          </ac:spMkLst>
        </pc:spChg>
        <pc:spChg chg="mod">
          <ac:chgData name="Tejas Pv" userId="1e88bfb2-d59e-4645-8c99-92041b91f7a7" providerId="ADAL" clId="{2FBA9732-C38A-4FDC-BC29-5CFAA482E28D}" dt="2022-10-21T12:57:43.606" v="2186" actId="1037"/>
          <ac:spMkLst>
            <pc:docMk/>
            <pc:sldMk cId="2779245915" sldId="262"/>
            <ac:spMk id="10" creationId="{5F5BB03E-4555-998F-3AE3-8364E7C3AC7A}"/>
          </ac:spMkLst>
        </pc:spChg>
        <pc:spChg chg="mod">
          <ac:chgData name="Tejas Pv" userId="1e88bfb2-d59e-4645-8c99-92041b91f7a7" providerId="ADAL" clId="{2FBA9732-C38A-4FDC-BC29-5CFAA482E28D}" dt="2022-10-21T12:57:43.606" v="2186" actId="1037"/>
          <ac:spMkLst>
            <pc:docMk/>
            <pc:sldMk cId="2779245915" sldId="262"/>
            <ac:spMk id="11" creationId="{92C2342A-1A99-054C-706A-27A958F6969E}"/>
          </ac:spMkLst>
        </pc:spChg>
        <pc:spChg chg="mod">
          <ac:chgData name="Tejas Pv" userId="1e88bfb2-d59e-4645-8c99-92041b91f7a7" providerId="ADAL" clId="{2FBA9732-C38A-4FDC-BC29-5CFAA482E28D}" dt="2022-10-21T12:58:27.725" v="2264" actId="1037"/>
          <ac:spMkLst>
            <pc:docMk/>
            <pc:sldMk cId="2779245915" sldId="262"/>
            <ac:spMk id="12" creationId="{DCC1D2C6-15D3-E5B7-6668-238A8BFE1DF1}"/>
          </ac:spMkLst>
        </pc:spChg>
        <pc:spChg chg="mod">
          <ac:chgData name="Tejas Pv" userId="1e88bfb2-d59e-4645-8c99-92041b91f7a7" providerId="ADAL" clId="{2FBA9732-C38A-4FDC-BC29-5CFAA482E28D}" dt="2022-10-21T12:57:43.606" v="2186" actId="1037"/>
          <ac:spMkLst>
            <pc:docMk/>
            <pc:sldMk cId="2779245915" sldId="262"/>
            <ac:spMk id="14" creationId="{1F5A317B-6996-3F28-8B7C-968FB0E8EA05}"/>
          </ac:spMkLst>
        </pc:spChg>
        <pc:spChg chg="mod">
          <ac:chgData name="Tejas Pv" userId="1e88bfb2-d59e-4645-8c99-92041b91f7a7" providerId="ADAL" clId="{2FBA9732-C38A-4FDC-BC29-5CFAA482E28D}" dt="2022-10-21T12:58:38.735" v="2347" actId="20577"/>
          <ac:spMkLst>
            <pc:docMk/>
            <pc:sldMk cId="2779245915" sldId="262"/>
            <ac:spMk id="23" creationId="{65032785-7F4D-A5CB-F887-D16F85C6E9DA}"/>
          </ac:spMkLst>
        </pc:spChg>
        <pc:spChg chg="mod">
          <ac:chgData name="Tejas Pv" userId="1e88bfb2-d59e-4645-8c99-92041b91f7a7" providerId="ADAL" clId="{2FBA9732-C38A-4FDC-BC29-5CFAA482E28D}" dt="2022-10-21T12:58:42.699" v="2360" actId="20577"/>
          <ac:spMkLst>
            <pc:docMk/>
            <pc:sldMk cId="2779245915" sldId="262"/>
            <ac:spMk id="24" creationId="{FD35FA98-AD0F-63D3-7372-41247F2D667D}"/>
          </ac:spMkLst>
        </pc:spChg>
        <pc:picChg chg="mod">
          <ac:chgData name="Tejas Pv" userId="1e88bfb2-d59e-4645-8c99-92041b91f7a7" providerId="ADAL" clId="{2FBA9732-C38A-4FDC-BC29-5CFAA482E28D}" dt="2022-10-21T12:57:43.606" v="2186" actId="1037"/>
          <ac:picMkLst>
            <pc:docMk/>
            <pc:sldMk cId="2779245915" sldId="262"/>
            <ac:picMk id="21" creationId="{8A09B3E9-723A-D57A-E25E-D5EED7ED728F}"/>
          </ac:picMkLst>
        </pc:picChg>
      </pc:sldChg>
      <pc:sldChg chg="addSp delSp modSp add mod">
        <pc:chgData name="Tejas Pv" userId="1e88bfb2-d59e-4645-8c99-92041b91f7a7" providerId="ADAL" clId="{2FBA9732-C38A-4FDC-BC29-5CFAA482E28D}" dt="2022-10-21T12:59:57.991" v="2416" actId="20577"/>
        <pc:sldMkLst>
          <pc:docMk/>
          <pc:sldMk cId="753116209" sldId="263"/>
        </pc:sldMkLst>
        <pc:spChg chg="mod">
          <ac:chgData name="Tejas Pv" userId="1e88bfb2-d59e-4645-8c99-92041b91f7a7" providerId="ADAL" clId="{2FBA9732-C38A-4FDC-BC29-5CFAA482E28D}" dt="2022-10-21T12:59:05.099" v="2394" actId="20577"/>
          <ac:spMkLst>
            <pc:docMk/>
            <pc:sldMk cId="753116209" sldId="263"/>
            <ac:spMk id="8" creationId="{6D781553-4220-2DED-09DA-F03C539FA375}"/>
          </ac:spMkLst>
        </pc:spChg>
        <pc:spChg chg="mod">
          <ac:chgData name="Tejas Pv" userId="1e88bfb2-d59e-4645-8c99-92041b91f7a7" providerId="ADAL" clId="{2FBA9732-C38A-4FDC-BC29-5CFAA482E28D}" dt="2022-10-21T12:59:53.942" v="2406" actId="20577"/>
          <ac:spMkLst>
            <pc:docMk/>
            <pc:sldMk cId="753116209" sldId="263"/>
            <ac:spMk id="23" creationId="{65032785-7F4D-A5CB-F887-D16F85C6E9DA}"/>
          </ac:spMkLst>
        </pc:spChg>
        <pc:spChg chg="mod">
          <ac:chgData name="Tejas Pv" userId="1e88bfb2-d59e-4645-8c99-92041b91f7a7" providerId="ADAL" clId="{2FBA9732-C38A-4FDC-BC29-5CFAA482E28D}" dt="2022-10-21T12:59:57.991" v="2416" actId="20577"/>
          <ac:spMkLst>
            <pc:docMk/>
            <pc:sldMk cId="753116209" sldId="263"/>
            <ac:spMk id="24" creationId="{FD35FA98-AD0F-63D3-7372-41247F2D667D}"/>
          </ac:spMkLst>
        </pc:spChg>
        <pc:picChg chg="add mod">
          <ac:chgData name="Tejas Pv" userId="1e88bfb2-d59e-4645-8c99-92041b91f7a7" providerId="ADAL" clId="{2FBA9732-C38A-4FDC-BC29-5CFAA482E28D}" dt="2022-10-21T12:59:45.840" v="2398" actId="688"/>
          <ac:picMkLst>
            <pc:docMk/>
            <pc:sldMk cId="753116209" sldId="263"/>
            <ac:picMk id="2" creationId="{8579DDAA-87C0-90B8-DC33-323ED67C78EE}"/>
          </ac:picMkLst>
        </pc:picChg>
        <pc:picChg chg="del">
          <ac:chgData name="Tejas Pv" userId="1e88bfb2-d59e-4645-8c99-92041b91f7a7" providerId="ADAL" clId="{2FBA9732-C38A-4FDC-BC29-5CFAA482E28D}" dt="2022-10-21T12:59:31.628" v="2395" actId="478"/>
          <ac:picMkLst>
            <pc:docMk/>
            <pc:sldMk cId="753116209" sldId="263"/>
            <ac:picMk id="21" creationId="{8A09B3E9-723A-D57A-E25E-D5EED7ED728F}"/>
          </ac:picMkLst>
        </pc:picChg>
      </pc:sldChg>
      <pc:sldChg chg="addSp delSp modSp new mod modClrScheme chgLayout">
        <pc:chgData name="Tejas Pv" userId="1e88bfb2-d59e-4645-8c99-92041b91f7a7" providerId="ADAL" clId="{2FBA9732-C38A-4FDC-BC29-5CFAA482E28D}" dt="2022-10-21T13:05:05.248" v="3111" actId="242"/>
        <pc:sldMkLst>
          <pc:docMk/>
          <pc:sldMk cId="760368414" sldId="264"/>
        </pc:sldMkLst>
        <pc:spChg chg="del mod ord">
          <ac:chgData name="Tejas Pv" userId="1e88bfb2-d59e-4645-8c99-92041b91f7a7" providerId="ADAL" clId="{2FBA9732-C38A-4FDC-BC29-5CFAA482E28D}" dt="2022-10-21T13:01:01.517" v="2419" actId="700"/>
          <ac:spMkLst>
            <pc:docMk/>
            <pc:sldMk cId="760368414" sldId="264"/>
            <ac:spMk id="2" creationId="{0F9459D9-4216-6BFA-C276-A65B36C495A8}"/>
          </ac:spMkLst>
        </pc:spChg>
        <pc:spChg chg="add mod ord">
          <ac:chgData name="Tejas Pv" userId="1e88bfb2-d59e-4645-8c99-92041b91f7a7" providerId="ADAL" clId="{2FBA9732-C38A-4FDC-BC29-5CFAA482E28D}" dt="2022-10-21T13:01:10.168" v="2438" actId="122"/>
          <ac:spMkLst>
            <pc:docMk/>
            <pc:sldMk cId="760368414" sldId="264"/>
            <ac:spMk id="3" creationId="{D4C35CD3-9567-5DCD-8A7F-2916E9228096}"/>
          </ac:spMkLst>
        </pc:spChg>
        <pc:spChg chg="add mod ord">
          <ac:chgData name="Tejas Pv" userId="1e88bfb2-d59e-4645-8c99-92041b91f7a7" providerId="ADAL" clId="{2FBA9732-C38A-4FDC-BC29-5CFAA482E28D}" dt="2022-10-21T13:05:05.248" v="3111" actId="242"/>
          <ac:spMkLst>
            <pc:docMk/>
            <pc:sldMk cId="760368414" sldId="264"/>
            <ac:spMk id="4" creationId="{4F8055BC-5D58-E20B-1616-9B139375E89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1T12:20:5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1029 7427,'18'-81'0,"14"2"0,3 0-272,11 3 272,7-3 0,8 1 0,3-6 0,9-8-192,6 0-32,3-5-64,2 0-336,1 2-1025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07EB-54FF-D428-76C3-9FA389AA5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75095-6FB6-F94D-C569-A74A1B87A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99EC0-7C58-B5CA-4897-8217E444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25482-E4C7-9370-5956-3AE8B9C1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16F9C-C57C-9DD3-2A5E-C1357027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17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F24F-CB2E-9C4F-DAD8-047323F3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F2EF3-E303-FAB8-E2D8-DFD291F02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AD0F4-FAE8-DE30-07AC-3020D2B15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E378D-7F70-53C4-B6D0-16AFA41A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A5E91-8FFD-0C8A-8398-C0F6D981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49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CF4F1-A0EA-F68B-6EC1-FB50587F4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F31D6-792E-019E-A891-9B3E96B86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AFD87-5D22-B9B8-7981-1A9711AF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E81AF-9786-8ACE-F790-E9F78991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1B4A8-243F-0692-7C06-6C7A6F77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43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70154-999C-3ED0-464F-F08A5295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9D953-6815-324B-5254-AF7C38C70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9B137-58F6-A011-37CA-FBBEF7BFA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23D06-D6FA-A018-E9A6-F311B103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F6A46-F03E-80F8-E7F4-16339B1C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22B0B-F559-048B-0632-94184A99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865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7762-2177-F89A-E8D1-580B2542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04C5B-9BC6-779A-E9DE-033B440E9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3C6AAE-80FC-E9BA-E5E9-86E427198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23953-B826-5783-4C31-D01537C39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3E322-C72A-B0A8-91F3-4BFDC8906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6DF5E-65AB-8223-6D54-91CBB430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535CB9-2BA7-391B-0C4F-4F116B54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63EB0D-9993-BAC4-292F-3007BFC00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7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BEA2-AE27-0FFD-C922-E1FF4176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90A950-DDE8-0B42-4872-A2EA51069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24A9B-8EA0-9D10-CC6B-3530A61F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C5D24-4EA4-A09D-6ECD-1C14B7CD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58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37E86-A021-BEC0-9D45-7BA67CB6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26CA0-69CD-55D8-C190-B0CD394D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851D3-2EBE-F19F-6873-3BCD6DD2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203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B1B6-9FBE-F38C-E1F5-9F27774D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97B71-CECE-414A-5476-BB6EC0E8E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1A420-6B21-46AA-BF58-7E3E9389D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222D7-B1C5-5645-6840-5B422667E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EC555-5AB0-79A1-FCCF-0A6F61CE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7D03E-7D76-AFC9-B96F-235A1D1FD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88FB-A586-0BF0-D4D7-3FEC4F435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B857E8-4D95-AC48-6794-C1543F103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E4AF7-43D3-F8C8-CE7F-02CE0BEDD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1108A-FA9E-BFF2-91E4-A5A9146F5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D9D87-3137-3167-36BE-A067748B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B8D04-6510-87D9-7CE0-C1F42F20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83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CC7DB-EA82-7C49-A514-D4B5294B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72C23-47D6-F3FC-0F59-EE2741ED2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5F4DF-B5A7-1F47-5CED-10B0C8C49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38F4C-B3EA-8EC2-AEAE-046BC7ADB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ACE03-C297-F910-71B1-C1B43409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76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9669A8-6AD9-2087-1E1E-E80F9980E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FA7B2-A522-59C8-C1FD-FE50E3A1B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A712D-5D24-8047-88A8-FE2DF9BA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8BBD4-DD58-ECA4-06D6-48A35467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5738D-876C-26DF-6E53-4AD1AD65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38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B874D-54D4-A118-6FF9-19E07D43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5756B-6989-CDA9-03BB-0A53C61ED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675B0-4D1B-590F-E102-B2CB57746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CA044-A91A-47DA-B4EB-44A1D9347FF1}" type="datetimeFigureOut">
              <a:rPr lang="en-IN" smtClean="0"/>
              <a:t>21.10.22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21C5F-503B-9187-4174-AD30F8C2B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97B5F-6B2A-5520-18C8-A871B2F4B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65B4B-0A5D-46A9-A73F-9ECADE650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97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560200-1F7F-D84F-9990-F8ECF68C4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90" y="2192228"/>
            <a:ext cx="2967583" cy="3990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2A6799B8-B3F9-12FA-D71C-00A30F4A4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040" y="2230988"/>
            <a:ext cx="2938760" cy="3951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2A6E5C-FCD1-FD43-EB84-9F34F8833CC4}"/>
              </a:ext>
            </a:extLst>
          </p:cNvPr>
          <p:cNvSpPr txBox="1"/>
          <p:nvPr/>
        </p:nvSpPr>
        <p:spPr>
          <a:xfrm>
            <a:off x="4124594" y="2184181"/>
            <a:ext cx="402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Frame – Direction – Strike Jamb First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193C56-CE27-1C02-AABA-B0DB816AD1EA}"/>
              </a:ext>
            </a:extLst>
          </p:cNvPr>
          <p:cNvSpPr txBox="1"/>
          <p:nvPr/>
        </p:nvSpPr>
        <p:spPr>
          <a:xfrm>
            <a:off x="4124594" y="2828835"/>
            <a:ext cx="40437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Corner (1)- Strike Rabbit to Head</a:t>
            </a:r>
          </a:p>
          <a:p>
            <a:r>
              <a:rPr lang="en-US" dirty="0"/>
              <a:t>Corner (2)-Rabbit to head opposite Strike</a:t>
            </a:r>
          </a:p>
          <a:p>
            <a:r>
              <a:rPr lang="en-US" dirty="0"/>
              <a:t>Corner (3)-Hinge Rabbit to head</a:t>
            </a:r>
          </a:p>
          <a:p>
            <a:r>
              <a:rPr lang="en-US" dirty="0"/>
              <a:t>Corner (4)-Rabbit to head Opposite 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58244E-B750-D323-346B-15D76918539A}"/>
              </a:ext>
            </a:extLst>
          </p:cNvPr>
          <p:cNvSpPr txBox="1"/>
          <p:nvPr/>
        </p:nvSpPr>
        <p:spPr>
          <a:xfrm>
            <a:off x="2413231" y="1591506"/>
            <a:ext cx="1161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Strike Side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2E39B5-1E2B-FC6B-646B-2ADD32604BF5}"/>
              </a:ext>
            </a:extLst>
          </p:cNvPr>
          <p:cNvCxnSpPr>
            <a:stCxn id="7" idx="2"/>
          </p:cNvCxnSpPr>
          <p:nvPr/>
        </p:nvCxnSpPr>
        <p:spPr>
          <a:xfrm flipH="1">
            <a:off x="2390775" y="1960838"/>
            <a:ext cx="603192" cy="496612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4618C21-54A4-B558-7BF2-997CE0008006}"/>
              </a:ext>
            </a:extLst>
          </p:cNvPr>
          <p:cNvSpPr txBox="1"/>
          <p:nvPr/>
        </p:nvSpPr>
        <p:spPr>
          <a:xfrm>
            <a:off x="7095067" y="5257597"/>
            <a:ext cx="117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Hinge Side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F833BF-670A-3699-D91F-8EBCF4AF8232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8270069" y="4772025"/>
            <a:ext cx="1702606" cy="670238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EE05A63-A7D2-D7BE-DEA2-AEFDED2A69A8}"/>
              </a:ext>
            </a:extLst>
          </p:cNvPr>
          <p:cNvSpPr txBox="1"/>
          <p:nvPr/>
        </p:nvSpPr>
        <p:spPr>
          <a:xfrm>
            <a:off x="9972675" y="1231071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Rabbit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B33E59-D795-94F3-F6B1-6BFDAD899471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9972675" y="1600403"/>
            <a:ext cx="396904" cy="768444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E7D370-E986-5DA3-82CC-4D827FC321FB}"/>
              </a:ext>
            </a:extLst>
          </p:cNvPr>
          <p:cNvCxnSpPr>
            <a:cxnSpLocks/>
          </p:cNvCxnSpPr>
          <p:nvPr/>
        </p:nvCxnSpPr>
        <p:spPr>
          <a:xfrm>
            <a:off x="10392035" y="1600403"/>
            <a:ext cx="275965" cy="768444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7AB67D-546D-41E8-2676-566F7B5D263A}"/>
              </a:ext>
            </a:extLst>
          </p:cNvPr>
          <p:cNvSpPr txBox="1"/>
          <p:nvPr/>
        </p:nvSpPr>
        <p:spPr>
          <a:xfrm>
            <a:off x="3641944" y="5486934"/>
            <a:ext cx="116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072FFBF-52AB-D859-6352-5BA28EC5999F}"/>
              </a:ext>
            </a:extLst>
          </p:cNvPr>
          <p:cNvCxnSpPr>
            <a:cxnSpLocks/>
          </p:cNvCxnSpPr>
          <p:nvPr/>
        </p:nvCxnSpPr>
        <p:spPr>
          <a:xfrm flipH="1">
            <a:off x="2318037" y="5695950"/>
            <a:ext cx="1323907" cy="287799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847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29327-D544-D2A7-0849-56CB39ADD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720" y="-1338754"/>
            <a:ext cx="1973194" cy="113070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A6A254-CD7F-5C5A-0C43-8F9A0D24E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70" y="1690688"/>
            <a:ext cx="3180505" cy="4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A8843B48-B778-BDDE-9978-4DC02BC6A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227" y="1690688"/>
            <a:ext cx="3207732" cy="4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DD217E-5EDC-0835-57B2-F1735B6B2EED}"/>
              </a:ext>
            </a:extLst>
          </p:cNvPr>
          <p:cNvSpPr txBox="1"/>
          <p:nvPr/>
        </p:nvSpPr>
        <p:spPr>
          <a:xfrm>
            <a:off x="4139560" y="3124200"/>
            <a:ext cx="33448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Determine Square</a:t>
            </a:r>
          </a:p>
          <a:p>
            <a:r>
              <a:rPr lang="en-US" dirty="0"/>
              <a:t>(1)Hinge Jamb to Head- Door side</a:t>
            </a:r>
          </a:p>
          <a:p>
            <a:r>
              <a:rPr lang="en-US" dirty="0"/>
              <a:t>(2)Strike side to Head-Door Side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5E46C-C1A2-E02D-AE1E-624BB0E7C9B3}"/>
              </a:ext>
            </a:extLst>
          </p:cNvPr>
          <p:cNvSpPr txBox="1"/>
          <p:nvPr/>
        </p:nvSpPr>
        <p:spPr>
          <a:xfrm>
            <a:off x="1814593" y="1417916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Inward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E1080-4801-C8C4-D38A-45077BCC9984}"/>
              </a:ext>
            </a:extLst>
          </p:cNvPr>
          <p:cNvSpPr txBox="1"/>
          <p:nvPr/>
        </p:nvSpPr>
        <p:spPr>
          <a:xfrm>
            <a:off x="8799968" y="1369636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Outward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8FEDC-8043-4A26-6185-FF9BD3D1DCEC}"/>
              </a:ext>
            </a:extLst>
          </p:cNvPr>
          <p:cNvSpPr txBox="1"/>
          <p:nvPr/>
        </p:nvSpPr>
        <p:spPr>
          <a:xfrm>
            <a:off x="4447794" y="4419600"/>
            <a:ext cx="2782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Corner (1) and (3) are Most</a:t>
            </a:r>
          </a:p>
          <a:p>
            <a:pPr algn="ctr"/>
            <a:r>
              <a:rPr lang="en-US" b="1" u="sng" dirty="0"/>
              <a:t>Important for Square</a:t>
            </a:r>
          </a:p>
        </p:txBody>
      </p:sp>
    </p:spTree>
    <p:extLst>
      <p:ext uri="{BB962C8B-B14F-4D97-AF65-F5344CB8AC3E}">
        <p14:creationId xmlns:p14="http://schemas.microsoft.com/office/powerpoint/2010/main" val="1016230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3F9FC2-D2FE-A8FD-BCD3-B43660A57DDB}"/>
              </a:ext>
            </a:extLst>
          </p:cNvPr>
          <p:cNvSpPr/>
          <p:nvPr/>
        </p:nvSpPr>
        <p:spPr>
          <a:xfrm>
            <a:off x="1637607" y="581891"/>
            <a:ext cx="83128" cy="48961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Parallelogram 48">
            <a:extLst>
              <a:ext uri="{FF2B5EF4-FFF2-40B4-BE49-F238E27FC236}">
                <a16:creationId xmlns:a16="http://schemas.microsoft.com/office/drawing/2014/main" id="{505BF58C-5C39-48D4-3CB7-1C68BF9511EF}"/>
              </a:ext>
            </a:extLst>
          </p:cNvPr>
          <p:cNvSpPr/>
          <p:nvPr/>
        </p:nvSpPr>
        <p:spPr>
          <a:xfrm>
            <a:off x="689956" y="3250275"/>
            <a:ext cx="1030779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Parallelogram 49">
            <a:extLst>
              <a:ext uri="{FF2B5EF4-FFF2-40B4-BE49-F238E27FC236}">
                <a16:creationId xmlns:a16="http://schemas.microsoft.com/office/drawing/2014/main" id="{87179F36-5574-A9EA-0F69-EB185C559F8C}"/>
              </a:ext>
            </a:extLst>
          </p:cNvPr>
          <p:cNvSpPr/>
          <p:nvPr/>
        </p:nvSpPr>
        <p:spPr>
          <a:xfrm flipH="1">
            <a:off x="1637606" y="3250274"/>
            <a:ext cx="1030780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D6DCFC1-6263-7894-C85E-A7A2FDB5C5EE}"/>
                  </a:ext>
                </a:extLst>
              </p14:cNvPr>
              <p14:cNvContentPartPr/>
              <p14:nvPr/>
            </p14:nvContentPartPr>
            <p14:xfrm>
              <a:off x="2294051" y="-515749"/>
              <a:ext cx="256680" cy="3708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D6DCFC1-6263-7894-C85E-A7A2FDB5C5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5051" y="-524749"/>
                <a:ext cx="274320" cy="388440"/>
              </a:xfrm>
              <a:prstGeom prst="rect">
                <a:avLst/>
              </a:prstGeom>
            </p:spPr>
          </p:pic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F4579DF7-2707-0D83-A42D-C61299C9A9B4}"/>
              </a:ext>
            </a:extLst>
          </p:cNvPr>
          <p:cNvSpPr/>
          <p:nvPr/>
        </p:nvSpPr>
        <p:spPr>
          <a:xfrm>
            <a:off x="764771" y="5370023"/>
            <a:ext cx="1785960" cy="1080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94F53CE-E33E-5665-529D-28C65BBE2D99}"/>
              </a:ext>
            </a:extLst>
          </p:cNvPr>
          <p:cNvSpPr/>
          <p:nvPr/>
        </p:nvSpPr>
        <p:spPr>
          <a:xfrm>
            <a:off x="2593572" y="1704109"/>
            <a:ext cx="83128" cy="3266902"/>
          </a:xfrm>
          <a:prstGeom prst="rect">
            <a:avLst/>
          </a:prstGeom>
          <a:solidFill>
            <a:srgbClr val="8582A6"/>
          </a:solidFill>
          <a:ln>
            <a:solidFill>
              <a:srgbClr val="8582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33A86BF-0939-CD87-4338-F18E6FA20AC8}"/>
              </a:ext>
            </a:extLst>
          </p:cNvPr>
          <p:cNvSpPr/>
          <p:nvPr/>
        </p:nvSpPr>
        <p:spPr>
          <a:xfrm>
            <a:off x="2593572" y="4904509"/>
            <a:ext cx="2136370" cy="66502"/>
          </a:xfrm>
          <a:prstGeom prst="rect">
            <a:avLst/>
          </a:prstGeom>
          <a:solidFill>
            <a:srgbClr val="8582A6"/>
          </a:solidFill>
          <a:ln>
            <a:solidFill>
              <a:srgbClr val="8582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3F1D5BA-A3A8-F747-B250-283C61FBCEAF}"/>
              </a:ext>
            </a:extLst>
          </p:cNvPr>
          <p:cNvSpPr/>
          <p:nvPr/>
        </p:nvSpPr>
        <p:spPr>
          <a:xfrm>
            <a:off x="4646814" y="1704109"/>
            <a:ext cx="83128" cy="3266902"/>
          </a:xfrm>
          <a:prstGeom prst="rect">
            <a:avLst/>
          </a:prstGeom>
          <a:solidFill>
            <a:srgbClr val="8582A6"/>
          </a:solidFill>
          <a:ln>
            <a:solidFill>
              <a:srgbClr val="8582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686280-9740-F447-3B14-0AE79B796421}"/>
              </a:ext>
            </a:extLst>
          </p:cNvPr>
          <p:cNvSpPr txBox="1"/>
          <p:nvPr/>
        </p:nvSpPr>
        <p:spPr>
          <a:xfrm>
            <a:off x="615142" y="5685905"/>
            <a:ext cx="214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Viewing from behind</a:t>
            </a:r>
          </a:p>
          <a:p>
            <a:pPr algn="ctr"/>
            <a:r>
              <a:rPr lang="en-IN" dirty="0"/>
              <a:t>camera 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0C3228-CCEA-9281-9D6C-1BCE4EBD1388}"/>
              </a:ext>
            </a:extLst>
          </p:cNvPr>
          <p:cNvSpPr txBox="1"/>
          <p:nvPr/>
        </p:nvSpPr>
        <p:spPr>
          <a:xfrm>
            <a:off x="6475614" y="806336"/>
            <a:ext cx="477989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We want to be able to report if defect is on the</a:t>
            </a:r>
          </a:p>
          <a:p>
            <a:r>
              <a:rPr lang="en-IN" dirty="0"/>
              <a:t>hinge jamb or the strike jamb, and if the defect</a:t>
            </a:r>
          </a:p>
          <a:p>
            <a:r>
              <a:rPr lang="en-IN" dirty="0"/>
              <a:t>is on the door side or the opposite side.</a:t>
            </a:r>
          </a:p>
          <a:p>
            <a:endParaRPr lang="en-IN" dirty="0"/>
          </a:p>
          <a:p>
            <a:r>
              <a:rPr lang="en-IN" dirty="0"/>
              <a:t>Doors can be left-handed or right-handed</a:t>
            </a:r>
          </a:p>
          <a:p>
            <a:endParaRPr lang="en-IN" dirty="0"/>
          </a:p>
          <a:p>
            <a:r>
              <a:rPr lang="en-IN" dirty="0"/>
              <a:t>The trilemma: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When viewed from behind camera 1, is the</a:t>
            </a:r>
            <a:br>
              <a:rPr lang="en-IN" dirty="0"/>
            </a:br>
            <a:r>
              <a:rPr lang="en-IN" dirty="0"/>
              <a:t>doorframe pushed from left to right or from</a:t>
            </a:r>
            <a:br>
              <a:rPr lang="en-IN" dirty="0"/>
            </a:br>
            <a:r>
              <a:rPr lang="en-IN" dirty="0"/>
              <a:t>right to left?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Is the door side (important for square) seen</a:t>
            </a:r>
            <a:br>
              <a:rPr lang="en-IN" dirty="0"/>
            </a:br>
            <a:r>
              <a:rPr lang="en-IN" dirty="0"/>
              <a:t>by camera 1 or by camera 2?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Does the strike jamb or the hinge jamb enter</a:t>
            </a:r>
            <a:br>
              <a:rPr lang="en-IN" dirty="0"/>
            </a:br>
            <a:r>
              <a:rPr lang="en-IN" dirty="0"/>
              <a:t>the structure first?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Only two of the three can be standardised. The</a:t>
            </a:r>
            <a:br>
              <a:rPr lang="en-IN" dirty="0"/>
            </a:br>
            <a:r>
              <a:rPr lang="en-IN" dirty="0"/>
              <a:t>third will be ambiguous depending on the</a:t>
            </a:r>
            <a:br>
              <a:rPr lang="en-IN" dirty="0"/>
            </a:br>
            <a:r>
              <a:rPr lang="en-IN" dirty="0"/>
              <a:t>whether the door is left-handed or right-handed.</a:t>
            </a:r>
          </a:p>
        </p:txBody>
      </p:sp>
    </p:spTree>
    <p:extLst>
      <p:ext uri="{BB962C8B-B14F-4D97-AF65-F5344CB8AC3E}">
        <p14:creationId xmlns:p14="http://schemas.microsoft.com/office/powerpoint/2010/main" val="378978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D781553-4220-2DED-09DA-F03C539F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5326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Standardise 1 (L to R) &amp; 2 (Camera 1)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FA3399-EF64-5AB2-9273-87A58F1646F8}"/>
              </a:ext>
            </a:extLst>
          </p:cNvPr>
          <p:cNvSpPr/>
          <p:nvPr/>
        </p:nvSpPr>
        <p:spPr>
          <a:xfrm>
            <a:off x="3640974" y="939339"/>
            <a:ext cx="83128" cy="48961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F5BB03E-4555-998F-3AE3-8364E7C3AC7A}"/>
              </a:ext>
            </a:extLst>
          </p:cNvPr>
          <p:cNvSpPr/>
          <p:nvPr/>
        </p:nvSpPr>
        <p:spPr>
          <a:xfrm>
            <a:off x="2693323" y="3607723"/>
            <a:ext cx="1030779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2C2342A-1A99-054C-706A-27A958F6969E}"/>
              </a:ext>
            </a:extLst>
          </p:cNvPr>
          <p:cNvSpPr/>
          <p:nvPr/>
        </p:nvSpPr>
        <p:spPr>
          <a:xfrm flipH="1">
            <a:off x="3640973" y="3607722"/>
            <a:ext cx="1030780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C1D2C6-15D3-E5B7-6668-238A8BFE1DF1}"/>
              </a:ext>
            </a:extLst>
          </p:cNvPr>
          <p:cNvSpPr/>
          <p:nvPr/>
        </p:nvSpPr>
        <p:spPr>
          <a:xfrm>
            <a:off x="2768138" y="5727471"/>
            <a:ext cx="1785960" cy="1080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A317B-6996-3F28-8B7C-968FB0E8EA05}"/>
              </a:ext>
            </a:extLst>
          </p:cNvPr>
          <p:cNvSpPr txBox="1"/>
          <p:nvPr/>
        </p:nvSpPr>
        <p:spPr>
          <a:xfrm>
            <a:off x="2618509" y="6043353"/>
            <a:ext cx="214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Viewing from behind</a:t>
            </a:r>
          </a:p>
          <a:p>
            <a:pPr algn="ctr"/>
            <a:r>
              <a:rPr lang="en-IN" dirty="0"/>
              <a:t>camera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CB0822-9922-9A76-45C1-727CAB9FAFC0}"/>
              </a:ext>
            </a:extLst>
          </p:cNvPr>
          <p:cNvSpPr/>
          <p:nvPr/>
        </p:nvSpPr>
        <p:spPr>
          <a:xfrm>
            <a:off x="9958629" y="939341"/>
            <a:ext cx="83128" cy="48961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05218DAB-CAAD-4C8E-AEB2-C067F48F8010}"/>
              </a:ext>
            </a:extLst>
          </p:cNvPr>
          <p:cNvSpPr/>
          <p:nvPr/>
        </p:nvSpPr>
        <p:spPr>
          <a:xfrm>
            <a:off x="9010978" y="3607725"/>
            <a:ext cx="1030779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81F5C027-AA78-A6D4-5848-1095A34CB637}"/>
              </a:ext>
            </a:extLst>
          </p:cNvPr>
          <p:cNvSpPr/>
          <p:nvPr/>
        </p:nvSpPr>
        <p:spPr>
          <a:xfrm flipH="1">
            <a:off x="9958628" y="3607724"/>
            <a:ext cx="1030780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893300-BA24-482A-D975-43D5F8A0857F}"/>
              </a:ext>
            </a:extLst>
          </p:cNvPr>
          <p:cNvSpPr/>
          <p:nvPr/>
        </p:nvSpPr>
        <p:spPr>
          <a:xfrm>
            <a:off x="9085793" y="5727473"/>
            <a:ext cx="1785960" cy="1080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5E202-8BE9-579A-13C9-842FD9171FA1}"/>
              </a:ext>
            </a:extLst>
          </p:cNvPr>
          <p:cNvSpPr txBox="1"/>
          <p:nvPr/>
        </p:nvSpPr>
        <p:spPr>
          <a:xfrm>
            <a:off x="8936164" y="6043355"/>
            <a:ext cx="214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Viewing from behind</a:t>
            </a:r>
          </a:p>
          <a:p>
            <a:pPr algn="ctr"/>
            <a:r>
              <a:rPr lang="en-IN" dirty="0"/>
              <a:t>camera 1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8A09B3E9-723A-D57A-E25E-D5EED7ED7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16" t="40400" r="2229" b="18262"/>
          <a:stretch/>
        </p:blipFill>
        <p:spPr bwMode="auto">
          <a:xfrm rot="10800000">
            <a:off x="519662" y="1365449"/>
            <a:ext cx="2034064" cy="3937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3C7E208B-26A1-BC7B-591C-8B5E8976FD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5" t="41062" r="52967" b="17598"/>
          <a:stretch/>
        </p:blipFill>
        <p:spPr bwMode="auto">
          <a:xfrm rot="10800000">
            <a:off x="6696998" y="1365259"/>
            <a:ext cx="2201990" cy="3937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5032785-7F4D-A5CB-F887-D16F85C6E9DA}"/>
              </a:ext>
            </a:extLst>
          </p:cNvPr>
          <p:cNvSpPr txBox="1"/>
          <p:nvPr/>
        </p:nvSpPr>
        <p:spPr>
          <a:xfrm>
            <a:off x="681134" y="5662156"/>
            <a:ext cx="1786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Hinge enters first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35FA98-AD0F-63D3-7372-41247F2D667D}"/>
              </a:ext>
            </a:extLst>
          </p:cNvPr>
          <p:cNvSpPr txBox="1"/>
          <p:nvPr/>
        </p:nvSpPr>
        <p:spPr>
          <a:xfrm>
            <a:off x="6988627" y="5690148"/>
            <a:ext cx="177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Strike enters first</a:t>
            </a:r>
          </a:p>
        </p:txBody>
      </p:sp>
    </p:spTree>
    <p:extLst>
      <p:ext uri="{BB962C8B-B14F-4D97-AF65-F5344CB8AC3E}">
        <p14:creationId xmlns:p14="http://schemas.microsoft.com/office/powerpoint/2010/main" val="3767203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D781553-4220-2DED-09DA-F03C539F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5326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Standardise 2 (Camera 1) &amp; 3 (Strike first)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FA3399-EF64-5AB2-9273-87A58F1646F8}"/>
              </a:ext>
            </a:extLst>
          </p:cNvPr>
          <p:cNvSpPr/>
          <p:nvPr/>
        </p:nvSpPr>
        <p:spPr>
          <a:xfrm>
            <a:off x="2101422" y="939339"/>
            <a:ext cx="83128" cy="48961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F5BB03E-4555-998F-3AE3-8364E7C3AC7A}"/>
              </a:ext>
            </a:extLst>
          </p:cNvPr>
          <p:cNvSpPr/>
          <p:nvPr/>
        </p:nvSpPr>
        <p:spPr>
          <a:xfrm>
            <a:off x="1144440" y="3607723"/>
            <a:ext cx="1030779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2C2342A-1A99-054C-706A-27A958F6969E}"/>
              </a:ext>
            </a:extLst>
          </p:cNvPr>
          <p:cNvSpPr/>
          <p:nvPr/>
        </p:nvSpPr>
        <p:spPr>
          <a:xfrm flipH="1">
            <a:off x="2092090" y="3607722"/>
            <a:ext cx="1030780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C1D2C6-15D3-E5B7-6668-238A8BFE1DF1}"/>
              </a:ext>
            </a:extLst>
          </p:cNvPr>
          <p:cNvSpPr/>
          <p:nvPr/>
        </p:nvSpPr>
        <p:spPr>
          <a:xfrm>
            <a:off x="1247240" y="5727471"/>
            <a:ext cx="1785960" cy="1080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A317B-6996-3F28-8B7C-968FB0E8EA05}"/>
              </a:ext>
            </a:extLst>
          </p:cNvPr>
          <p:cNvSpPr txBox="1"/>
          <p:nvPr/>
        </p:nvSpPr>
        <p:spPr>
          <a:xfrm>
            <a:off x="1069626" y="6043353"/>
            <a:ext cx="214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Viewing from behind</a:t>
            </a:r>
          </a:p>
          <a:p>
            <a:pPr algn="ctr"/>
            <a:r>
              <a:rPr lang="en-IN" dirty="0"/>
              <a:t>camera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CB0822-9922-9A76-45C1-727CAB9FAFC0}"/>
              </a:ext>
            </a:extLst>
          </p:cNvPr>
          <p:cNvSpPr/>
          <p:nvPr/>
        </p:nvSpPr>
        <p:spPr>
          <a:xfrm>
            <a:off x="9958629" y="939341"/>
            <a:ext cx="83128" cy="48961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05218DAB-CAAD-4C8E-AEB2-C067F48F8010}"/>
              </a:ext>
            </a:extLst>
          </p:cNvPr>
          <p:cNvSpPr/>
          <p:nvPr/>
        </p:nvSpPr>
        <p:spPr>
          <a:xfrm>
            <a:off x="9010978" y="3607725"/>
            <a:ext cx="1030779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81F5C027-AA78-A6D4-5848-1095A34CB637}"/>
              </a:ext>
            </a:extLst>
          </p:cNvPr>
          <p:cNvSpPr/>
          <p:nvPr/>
        </p:nvSpPr>
        <p:spPr>
          <a:xfrm flipH="1">
            <a:off x="9958628" y="3607724"/>
            <a:ext cx="1030780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893300-BA24-482A-D975-43D5F8A0857F}"/>
              </a:ext>
            </a:extLst>
          </p:cNvPr>
          <p:cNvSpPr/>
          <p:nvPr/>
        </p:nvSpPr>
        <p:spPr>
          <a:xfrm>
            <a:off x="9085793" y="5727473"/>
            <a:ext cx="1785960" cy="1080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5E202-8BE9-579A-13C9-842FD9171FA1}"/>
              </a:ext>
            </a:extLst>
          </p:cNvPr>
          <p:cNvSpPr txBox="1"/>
          <p:nvPr/>
        </p:nvSpPr>
        <p:spPr>
          <a:xfrm>
            <a:off x="8936164" y="6043355"/>
            <a:ext cx="214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Viewing from behind</a:t>
            </a:r>
          </a:p>
          <a:p>
            <a:pPr algn="ctr"/>
            <a:r>
              <a:rPr lang="en-IN" dirty="0"/>
              <a:t>camera 1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8A09B3E9-723A-D57A-E25E-D5EED7ED7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16" t="40400" r="2229" b="18262"/>
          <a:stretch/>
        </p:blipFill>
        <p:spPr bwMode="auto">
          <a:xfrm rot="10800000">
            <a:off x="3010935" y="1365449"/>
            <a:ext cx="2034064" cy="3937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3C7E208B-26A1-BC7B-591C-8B5E8976FD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5" t="41062" r="52967" b="17598"/>
          <a:stretch/>
        </p:blipFill>
        <p:spPr bwMode="auto">
          <a:xfrm rot="10800000">
            <a:off x="6696998" y="1365259"/>
            <a:ext cx="2201990" cy="3937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5032785-7F4D-A5CB-F887-D16F85C6E9DA}"/>
              </a:ext>
            </a:extLst>
          </p:cNvPr>
          <p:cNvSpPr txBox="1"/>
          <p:nvPr/>
        </p:nvSpPr>
        <p:spPr>
          <a:xfrm>
            <a:off x="3135083" y="5662156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Right to left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35FA98-AD0F-63D3-7372-41247F2D667D}"/>
              </a:ext>
            </a:extLst>
          </p:cNvPr>
          <p:cNvSpPr txBox="1"/>
          <p:nvPr/>
        </p:nvSpPr>
        <p:spPr>
          <a:xfrm>
            <a:off x="6988627" y="5690148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Left to right</a:t>
            </a:r>
          </a:p>
        </p:txBody>
      </p:sp>
    </p:spTree>
    <p:extLst>
      <p:ext uri="{BB962C8B-B14F-4D97-AF65-F5344CB8AC3E}">
        <p14:creationId xmlns:p14="http://schemas.microsoft.com/office/powerpoint/2010/main" val="277924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D781553-4220-2DED-09DA-F03C539F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5326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Standardise 3 (Strike first) &amp; 1 (L to 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FA3399-EF64-5AB2-9273-87A58F1646F8}"/>
              </a:ext>
            </a:extLst>
          </p:cNvPr>
          <p:cNvSpPr/>
          <p:nvPr/>
        </p:nvSpPr>
        <p:spPr>
          <a:xfrm>
            <a:off x="3640974" y="939339"/>
            <a:ext cx="83128" cy="48961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F5BB03E-4555-998F-3AE3-8364E7C3AC7A}"/>
              </a:ext>
            </a:extLst>
          </p:cNvPr>
          <p:cNvSpPr/>
          <p:nvPr/>
        </p:nvSpPr>
        <p:spPr>
          <a:xfrm>
            <a:off x="2693323" y="3607723"/>
            <a:ext cx="1030779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2C2342A-1A99-054C-706A-27A958F6969E}"/>
              </a:ext>
            </a:extLst>
          </p:cNvPr>
          <p:cNvSpPr/>
          <p:nvPr/>
        </p:nvSpPr>
        <p:spPr>
          <a:xfrm flipH="1">
            <a:off x="3640973" y="3607722"/>
            <a:ext cx="1030780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C1D2C6-15D3-E5B7-6668-238A8BFE1DF1}"/>
              </a:ext>
            </a:extLst>
          </p:cNvPr>
          <p:cNvSpPr/>
          <p:nvPr/>
        </p:nvSpPr>
        <p:spPr>
          <a:xfrm>
            <a:off x="2768138" y="5727471"/>
            <a:ext cx="1785960" cy="1080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A317B-6996-3F28-8B7C-968FB0E8EA05}"/>
              </a:ext>
            </a:extLst>
          </p:cNvPr>
          <p:cNvSpPr txBox="1"/>
          <p:nvPr/>
        </p:nvSpPr>
        <p:spPr>
          <a:xfrm>
            <a:off x="2618509" y="6043353"/>
            <a:ext cx="214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Viewing from behind</a:t>
            </a:r>
          </a:p>
          <a:p>
            <a:pPr algn="ctr"/>
            <a:r>
              <a:rPr lang="en-IN" dirty="0"/>
              <a:t>camera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CB0822-9922-9A76-45C1-727CAB9FAFC0}"/>
              </a:ext>
            </a:extLst>
          </p:cNvPr>
          <p:cNvSpPr/>
          <p:nvPr/>
        </p:nvSpPr>
        <p:spPr>
          <a:xfrm>
            <a:off x="9958629" y="939341"/>
            <a:ext cx="83128" cy="48961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05218DAB-CAAD-4C8E-AEB2-C067F48F8010}"/>
              </a:ext>
            </a:extLst>
          </p:cNvPr>
          <p:cNvSpPr/>
          <p:nvPr/>
        </p:nvSpPr>
        <p:spPr>
          <a:xfrm>
            <a:off x="9010978" y="3607725"/>
            <a:ext cx="1030779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81F5C027-AA78-A6D4-5848-1095A34CB637}"/>
              </a:ext>
            </a:extLst>
          </p:cNvPr>
          <p:cNvSpPr/>
          <p:nvPr/>
        </p:nvSpPr>
        <p:spPr>
          <a:xfrm flipH="1">
            <a:off x="9958628" y="3607724"/>
            <a:ext cx="1030780" cy="2227811"/>
          </a:xfrm>
          <a:prstGeom prst="parallelogram">
            <a:avLst>
              <a:gd name="adj" fmla="val 895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893300-BA24-482A-D975-43D5F8A0857F}"/>
              </a:ext>
            </a:extLst>
          </p:cNvPr>
          <p:cNvSpPr/>
          <p:nvPr/>
        </p:nvSpPr>
        <p:spPr>
          <a:xfrm>
            <a:off x="9085793" y="5727473"/>
            <a:ext cx="1785960" cy="1080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5E202-8BE9-579A-13C9-842FD9171FA1}"/>
              </a:ext>
            </a:extLst>
          </p:cNvPr>
          <p:cNvSpPr txBox="1"/>
          <p:nvPr/>
        </p:nvSpPr>
        <p:spPr>
          <a:xfrm>
            <a:off x="8936164" y="6043355"/>
            <a:ext cx="214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Viewing from behind</a:t>
            </a:r>
          </a:p>
          <a:p>
            <a:pPr algn="ctr"/>
            <a:r>
              <a:rPr lang="en-IN" dirty="0"/>
              <a:t>camera 1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3C7E208B-26A1-BC7B-591C-8B5E8976FD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5" t="41062" r="52967" b="17598"/>
          <a:stretch/>
        </p:blipFill>
        <p:spPr bwMode="auto">
          <a:xfrm rot="10800000">
            <a:off x="6696998" y="1365259"/>
            <a:ext cx="2201990" cy="3937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5032785-7F4D-A5CB-F887-D16F85C6E9DA}"/>
              </a:ext>
            </a:extLst>
          </p:cNvPr>
          <p:cNvSpPr txBox="1"/>
          <p:nvPr/>
        </p:nvSpPr>
        <p:spPr>
          <a:xfrm>
            <a:off x="681134" y="5662156"/>
            <a:ext cx="1074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Camera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35FA98-AD0F-63D3-7372-41247F2D667D}"/>
              </a:ext>
            </a:extLst>
          </p:cNvPr>
          <p:cNvSpPr txBox="1"/>
          <p:nvPr/>
        </p:nvSpPr>
        <p:spPr>
          <a:xfrm>
            <a:off x="6988627" y="5690148"/>
            <a:ext cx="1074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Camera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79DDAA-87C0-90B8-DC33-323ED67C78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56" t="40947" r="24869" b="21143"/>
          <a:stretch/>
        </p:blipFill>
        <p:spPr bwMode="auto">
          <a:xfrm rot="10800000">
            <a:off x="729894" y="1528612"/>
            <a:ext cx="1940719" cy="361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311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C35CD3-9567-5DCD-8A7F-2916E922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Our Suggestion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055BC-5D58-E20B-1616-9B139375E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IN" dirty="0"/>
              <a:t>Standardise 1 (to avoid confusion on the floor) and 2 (to determine if angle defects are critical or not)</a:t>
            </a:r>
          </a:p>
          <a:p>
            <a:pPr marL="0" indent="0">
              <a:buNone/>
            </a:pPr>
            <a:r>
              <a:rPr lang="en-IN" dirty="0"/>
              <a:t>Instead of reporting on hinge/strike jamb, we will report as jamb 1/2. Since the report is coming soon after operator has pushed the frame, it will be straightforward for them to understand where the defect is.</a:t>
            </a:r>
          </a:p>
        </p:txBody>
      </p:sp>
    </p:spTree>
    <p:extLst>
      <p:ext uri="{BB962C8B-B14F-4D97-AF65-F5344CB8AC3E}">
        <p14:creationId xmlns:p14="http://schemas.microsoft.com/office/powerpoint/2010/main" val="76036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363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Standardise 1 (L to R) &amp; 2 (Camera 1)</vt:lpstr>
      <vt:lpstr>Standardise 2 (Camera 1) &amp; 3 (Strike first)</vt:lpstr>
      <vt:lpstr>Standardise 3 (Strike first) &amp; 1 (L to R)</vt:lpstr>
      <vt:lpstr>Our Suggestion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Tejas Pv</dc:creator>
  <cp:lastModifiedBy>Tejas Pv</cp:lastModifiedBy>
  <cp:revision>1</cp:revision>
  <dcterms:created xsi:type="dcterms:W3CDTF">2022-10-21T06:46:44Z</dcterms:created>
  <dcterms:modified xsi:type="dcterms:W3CDTF">2022-10-21T13:05:14Z</dcterms:modified>
</cp:coreProperties>
</file>