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0" r:id="rId3"/>
    <p:sldId id="262" r:id="rId4"/>
    <p:sldId id="266" r:id="rId5"/>
    <p:sldId id="267" r:id="rId6"/>
    <p:sldId id="268" r:id="rId7"/>
    <p:sldId id="26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A3A4"/>
    <a:srgbClr val="FFD966"/>
    <a:srgbClr val="000000"/>
    <a:srgbClr val="0071BC"/>
    <a:srgbClr val="8F564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5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2993-0A97-4FBB-BB32-F635BE256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A68B9-19FF-41E1-A21F-BC4201832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DF73-708D-4E47-9F24-10F72BE6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F54D0-33EB-4A36-9B85-790483CA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1F1A1-D33D-4C73-806A-E49B2457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0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212A-3B1C-4451-8E27-4E7D6817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744C-34CE-4AD8-9E13-A4872C1DF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40F5E-515B-4324-8CE5-D3BD125C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EC05-3032-457F-82EA-325A5E95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F0E45-196B-49CC-A8CC-38C85982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44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0892-9370-473B-AE5A-F2D30A0C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70D85-C05B-424E-AC6A-770051833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9D32-E6F9-4BFB-B76E-31E7DA9F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3749D-E3CB-4EBD-A2A3-D9B5EB9FA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E8E8C-0F38-4F63-873F-B19AD5FE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09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468B-BB30-4D24-8742-5346ADDAC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D88C3-A4F1-4C41-86C5-7FF938C32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868A-E96F-49EE-A65B-321B98D0C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AFA9D-EB98-4C1D-B99C-8E9BC758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EB860-3F50-46D9-8988-B27DE624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D72FD-36DD-4290-A5A4-7F869B5A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80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F9C21-64CB-4539-BB0C-7058D0C8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DE1B2-2B4B-48F6-A571-A80FBBF3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F6C16-5DA8-45AB-B4A3-9F89A4B6B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25C879-3BC3-468C-9742-380B9D6FE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A35B0-9E84-4E6D-895C-DE3335826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13C25-D493-4695-96D8-F28F8A67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96EBF-06CF-4A10-A233-5C431B116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4C6B7-F625-4146-BA98-87CF21A0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15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BB79-D371-4946-87EA-76DA5CFFD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EC8B3-66BF-4DB5-A32A-EE64F9F4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59BE9-F7D7-4E40-BE90-0434C04F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6AD6C-8D32-4AA4-8E4C-8EF55AE8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28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36518-64A7-42CF-BFE6-E002FCF3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8D0DF-216E-4F08-8596-7BD37C63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972F-62D3-476D-8339-F09216EE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133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4AB6-DF65-498F-9C92-950BEE0E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384A6-4FB2-429B-9D40-036B1D694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7BB7F-5994-42FF-98EE-7BCA90D3D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A17F03-40AA-4A85-B322-899C60B5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C4341-3CFE-4817-B366-8CAC55DD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5BF79-D8B3-4904-A461-A74CCBBB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6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CDD0-A11A-4CFB-90F7-EA80DD5C7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D2F508-989D-4084-872B-8E353A1D2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2D931-FAC3-4E83-A4D1-21294FE58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1E766-7736-456A-9594-035547103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386FF-B77C-49E3-89AA-CEFBE15A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1A759-EAE5-4656-803D-6F023602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202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360A-773D-4AC0-B561-8DC2D392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72A8E-A915-478B-992E-8A0067A3E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38094-8263-4CDD-A400-CC6A2C1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89AF-BBBC-44CD-B09F-5DA46A64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D955E-8879-4540-A8B6-E83374F1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60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D8320-70E7-4D18-A0B1-B1916A610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45E76-3697-4568-8863-08E29E08C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69CB3-62A3-406A-80BF-E1A47B9E2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F6912-BE76-4D18-8027-83B1BE90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F07F9-C415-4E8B-B1EF-AB9289FC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6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EFE7E-9A86-41F6-9542-9B449CE48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D6728-6F20-47B5-AC6C-517279267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58311-66E0-4354-AB6C-7D4724552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E130C-C038-4AA2-B680-15BA61EDD004}" type="datetimeFigureOut">
              <a:rPr lang="en-IN" smtClean="0"/>
              <a:t>20-09-2022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C1B4-34B2-417C-BB70-804FDBDC8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3E12-6367-4D89-8CCA-9F202FC0A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AC8B6-F5CE-44CC-9786-A542B0B28D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1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web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3C33-1DA7-4C0D-81B7-50BDA5A8F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Door Frame Inspection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B509-48D1-4D82-A90F-6DCD5FBA2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0715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For </a:t>
            </a:r>
          </a:p>
          <a:p>
            <a:r>
              <a:rPr lang="en-IN" dirty="0"/>
              <a:t>ASSA ABLOY</a:t>
            </a:r>
          </a:p>
          <a:p>
            <a:endParaRPr lang="en-IN" dirty="0"/>
          </a:p>
          <a:p>
            <a:r>
              <a:rPr lang="en-IN" dirty="0"/>
              <a:t>Wiring Layout</a:t>
            </a:r>
          </a:p>
          <a:p>
            <a:r>
              <a:rPr lang="en-IN" dirty="0"/>
              <a:t>By </a:t>
            </a:r>
          </a:p>
          <a:p>
            <a:r>
              <a:rPr lang="en-IN" dirty="0" err="1"/>
              <a:t>Girish.B</a:t>
            </a:r>
            <a:endParaRPr lang="en-IN" dirty="0"/>
          </a:p>
          <a:p>
            <a:r>
              <a:rPr lang="en-IN" dirty="0"/>
              <a:t>Date : 2022/08/29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45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D5CF6-4870-4880-4548-56C7E1599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622" y="0"/>
            <a:ext cx="5655412" cy="68580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3A16794-426C-D37F-9776-FAFA484E0359}"/>
              </a:ext>
            </a:extLst>
          </p:cNvPr>
          <p:cNvSpPr txBox="1">
            <a:spLocks/>
          </p:cNvSpPr>
          <p:nvPr/>
        </p:nvSpPr>
        <p:spPr>
          <a:xfrm>
            <a:off x="5466085" y="121437"/>
            <a:ext cx="4727323" cy="6786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AC Power Wiring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8F95B0B-90B2-949B-26AC-DECA96D094A7}"/>
              </a:ext>
            </a:extLst>
          </p:cNvPr>
          <p:cNvCxnSpPr/>
          <p:nvPr/>
        </p:nvCxnSpPr>
        <p:spPr>
          <a:xfrm flipH="1">
            <a:off x="1414373" y="703384"/>
            <a:ext cx="954594" cy="27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A864E1-379F-933A-B0BE-5ABCA9C995FE}"/>
              </a:ext>
            </a:extLst>
          </p:cNvPr>
          <p:cNvSpPr txBox="1"/>
          <p:nvPr/>
        </p:nvSpPr>
        <p:spPr>
          <a:xfrm>
            <a:off x="459780" y="974690"/>
            <a:ext cx="95459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Red Wire (1.5Sq.mm)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B336DC-5AC4-8E29-6FE0-E0F5FBD6F50F}"/>
              </a:ext>
            </a:extLst>
          </p:cNvPr>
          <p:cNvCxnSpPr/>
          <p:nvPr/>
        </p:nvCxnSpPr>
        <p:spPr>
          <a:xfrm flipH="1">
            <a:off x="1536628" y="1678074"/>
            <a:ext cx="954594" cy="27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DF99D9-81E6-4D40-CDDF-E0A95FADBBEF}"/>
              </a:ext>
            </a:extLst>
          </p:cNvPr>
          <p:cNvSpPr txBox="1"/>
          <p:nvPr/>
        </p:nvSpPr>
        <p:spPr>
          <a:xfrm>
            <a:off x="582035" y="1949380"/>
            <a:ext cx="95459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Black Wire (1.5Sq.mm)</a:t>
            </a:r>
          </a:p>
        </p:txBody>
      </p:sp>
    </p:spTree>
    <p:extLst>
      <p:ext uri="{BB962C8B-B14F-4D97-AF65-F5344CB8AC3E}">
        <p14:creationId xmlns:p14="http://schemas.microsoft.com/office/powerpoint/2010/main" val="90221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BBAC13DD-721A-A5B5-A108-8A091D1389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880"/>
          <a:stretch/>
        </p:blipFill>
        <p:spPr>
          <a:xfrm>
            <a:off x="2731595" y="3328965"/>
            <a:ext cx="471772" cy="1670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CBA96E-47BA-5C65-D93B-81E2E3FAFDE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8392"/>
          <a:stretch/>
        </p:blipFill>
        <p:spPr>
          <a:xfrm>
            <a:off x="2587006" y="886396"/>
            <a:ext cx="1075837" cy="1743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D158BE-CB04-C6D2-17E5-65649E0C248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60405" y="2481873"/>
            <a:ext cx="2326214" cy="193471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09B193-D076-AC5C-BC5F-C9914180F619}"/>
              </a:ext>
            </a:extLst>
          </p:cNvPr>
          <p:cNvCxnSpPr>
            <a:cxnSpLocks/>
          </p:cNvCxnSpPr>
          <p:nvPr/>
        </p:nvCxnSpPr>
        <p:spPr>
          <a:xfrm flipV="1">
            <a:off x="1712599" y="3386645"/>
            <a:ext cx="549831" cy="222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E9599B7-85A0-06B8-1634-615E6F9849B5}"/>
              </a:ext>
            </a:extLst>
          </p:cNvPr>
          <p:cNvCxnSpPr>
            <a:cxnSpLocks/>
          </p:cNvCxnSpPr>
          <p:nvPr/>
        </p:nvCxnSpPr>
        <p:spPr>
          <a:xfrm>
            <a:off x="1736399" y="3668831"/>
            <a:ext cx="515310" cy="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A2842CA-59E1-115B-4C4D-DA7C1CDD71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880"/>
          <a:stretch/>
        </p:blipFill>
        <p:spPr>
          <a:xfrm>
            <a:off x="2262428" y="3332480"/>
            <a:ext cx="471772" cy="16702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3EE81A-EFD3-2540-FEEA-AE4165ABF3CE}"/>
              </a:ext>
            </a:extLst>
          </p:cNvPr>
          <p:cNvSpPr txBox="1"/>
          <p:nvPr/>
        </p:nvSpPr>
        <p:spPr>
          <a:xfrm>
            <a:off x="1255895" y="3521333"/>
            <a:ext cx="543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24VDC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483B49-FEB0-3FE0-E154-46B4555CCE6B}"/>
              </a:ext>
            </a:extLst>
          </p:cNvPr>
          <p:cNvSpPr txBox="1"/>
          <p:nvPr/>
        </p:nvSpPr>
        <p:spPr>
          <a:xfrm>
            <a:off x="1316608" y="3242807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0VDC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DBC8CD-3BCA-ED6D-31CB-4608E25205E5}"/>
              </a:ext>
            </a:extLst>
          </p:cNvPr>
          <p:cNvSpPr/>
          <p:nvPr/>
        </p:nvSpPr>
        <p:spPr>
          <a:xfrm>
            <a:off x="2283869" y="3491571"/>
            <a:ext cx="903025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33363E-E490-51E9-8F53-EC8680E7CBDF}"/>
              </a:ext>
            </a:extLst>
          </p:cNvPr>
          <p:cNvSpPr/>
          <p:nvPr/>
        </p:nvSpPr>
        <p:spPr>
          <a:xfrm>
            <a:off x="2283870" y="3738842"/>
            <a:ext cx="913124" cy="5060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1FD59A-002F-0ABF-CAB5-9D9906CA82D2}"/>
              </a:ext>
            </a:extLst>
          </p:cNvPr>
          <p:cNvSpPr txBox="1"/>
          <p:nvPr/>
        </p:nvSpPr>
        <p:spPr>
          <a:xfrm>
            <a:off x="3186529" y="3951339"/>
            <a:ext cx="7890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X2 – Control Terminals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DC11B9-45FF-B2B6-E6FC-BB0694E5998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0155" b="87307" l="44828" r="58161">
                        <a14:foregroundMark x1="45402" y1="54180" x2="57011" y2="85759"/>
                        <a14:foregroundMark x1="46174" y1="83332" x2="56437" y2="54799"/>
                        <a14:foregroundMark x1="53448" y1="52941" x2="48966" y2="50155"/>
                        <a14:foregroundMark x1="56897" y1="53560" x2="57586" y2="55728"/>
                        <a14:foregroundMark x1="57701" y1="61610" x2="57701" y2="70898"/>
                        <a14:foregroundMark x1="57816" y1="84211" x2="56437" y2="86997"/>
                        <a14:foregroundMark x1="53793" y1="87616" x2="47471" y2="85449"/>
                        <a14:foregroundMark x1="46113" y1="85178" x2="47126" y2="86997"/>
                        <a14:foregroundMark x1="46897" y1="87307" x2="45372" y2="85937"/>
                        <a14:foregroundMark x1="54023" y1="87307" x2="55977" y2="87307"/>
                        <a14:foregroundMark x1="57816" y1="80495" x2="58104" y2="82305"/>
                        <a14:backgroundMark x1="44713" y1="84830" x2="44943" y2="86378"/>
                        <a14:backgroundMark x1="58391" y1="82663" x2="58276" y2="83282"/>
                        <a14:backgroundMark x1="58276" y1="82663" x2="58276" y2="82043"/>
                      </a14:backgroundRemoval>
                    </a14:imgEffect>
                  </a14:imgLayer>
                </a14:imgProps>
              </a:ext>
            </a:extLst>
          </a:blip>
          <a:srcRect l="44658" t="47608" r="41329" b="11298"/>
          <a:stretch/>
        </p:blipFill>
        <p:spPr>
          <a:xfrm>
            <a:off x="1205171" y="5387804"/>
            <a:ext cx="352485" cy="38376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260355-CB16-9955-8B6D-6FF175FCD8D1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1375562" y="4282048"/>
            <a:ext cx="5852" cy="11057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E3855F-B301-57A0-077F-F6A20F18467B}"/>
              </a:ext>
            </a:extLst>
          </p:cNvPr>
          <p:cNvCxnSpPr>
            <a:cxnSpLocks/>
          </p:cNvCxnSpPr>
          <p:nvPr/>
        </p:nvCxnSpPr>
        <p:spPr>
          <a:xfrm>
            <a:off x="1375562" y="4299303"/>
            <a:ext cx="9083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2E1875-88CD-B705-7B0F-61CA095B3127}"/>
              </a:ext>
            </a:extLst>
          </p:cNvPr>
          <p:cNvCxnSpPr>
            <a:cxnSpLocks/>
          </p:cNvCxnSpPr>
          <p:nvPr/>
        </p:nvCxnSpPr>
        <p:spPr>
          <a:xfrm>
            <a:off x="1375562" y="4595754"/>
            <a:ext cx="943942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FDD7EC-B840-E13D-3048-9DA765234AAE}"/>
              </a:ext>
            </a:extLst>
          </p:cNvPr>
          <p:cNvCxnSpPr>
            <a:cxnSpLocks/>
          </p:cNvCxnSpPr>
          <p:nvPr/>
        </p:nvCxnSpPr>
        <p:spPr>
          <a:xfrm>
            <a:off x="1357745" y="4886907"/>
            <a:ext cx="94394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FA21B12C-F730-66C3-2049-3F3507AE496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0588" b="74504" l="49446" r="54442">
                        <a14:foregroundMark x1="50230" y1="72755" x2="50230" y2="72755"/>
                        <a14:foregroundMark x1="53563" y1="72136" x2="53563" y2="72136"/>
                        <a14:foregroundMark x1="53218" y1="72755" x2="52989" y2="72755"/>
                        <a14:foregroundMark x1="50000" y1="71827" x2="49655" y2="71827"/>
                      </a14:backgroundRemoval>
                    </a14:imgEffect>
                  </a14:imgLayer>
                </a14:imgProps>
              </a:ext>
            </a:extLst>
          </a:blip>
          <a:srcRect l="48821" t="70098" r="44933" b="25006"/>
          <a:stretch/>
        </p:blipFill>
        <p:spPr>
          <a:xfrm>
            <a:off x="1307367" y="5533015"/>
            <a:ext cx="157162" cy="4571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95EB88-E02F-806F-8F2D-2A7857AABAFD}"/>
              </a:ext>
            </a:extLst>
          </p:cNvPr>
          <p:cNvSpPr txBox="1"/>
          <p:nvPr/>
        </p:nvSpPr>
        <p:spPr>
          <a:xfrm>
            <a:off x="1138123" y="5771565"/>
            <a:ext cx="8915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S1-CN ( 4 Pin)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8115A-1376-9383-CA76-95AF134465D7}"/>
              </a:ext>
            </a:extLst>
          </p:cNvPr>
          <p:cNvSpPr txBox="1"/>
          <p:nvPr/>
        </p:nvSpPr>
        <p:spPr>
          <a:xfrm>
            <a:off x="1067233" y="5918518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 ( Sensor Output)</a:t>
            </a:r>
          </a:p>
          <a:p>
            <a:r>
              <a:rPr lang="en-IN" sz="1000" dirty="0"/>
              <a:t>3 : BL ( 0V)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09E03E3-41B2-9081-9AE8-E731179F20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973" b="94533" l="9561" r="95349">
                        <a14:foregroundMark x1="33592" y1="8200" x2="69509" y2="69704"/>
                        <a14:foregroundMark x1="69509" y1="69704" x2="68475" y2="79954"/>
                        <a14:foregroundMark x1="14165" y1="25200" x2="12403" y2="20046"/>
                        <a14:foregroundMark x1="35142" y1="86560" x2="16039" y2="30680"/>
                        <a14:foregroundMark x1="20155" y1="16856" x2="12403" y2="19134"/>
                        <a14:foregroundMark x1="10078" y1="21185" x2="8269" y2="34624"/>
                        <a14:foregroundMark x1="8269" y1="34624" x2="11370" y2="71754"/>
                        <a14:foregroundMark x1="11370" y1="71754" x2="8269" y2="89977"/>
                        <a14:foregroundMark x1="8269" y1="89977" x2="67183" y2="94077"/>
                        <a14:foregroundMark x1="67183" y1="94077" x2="86563" y2="94077"/>
                        <a14:foregroundMark x1="88559" y1="91375" x2="93798" y2="84282"/>
                        <a14:foregroundMark x1="86563" y1="94077" x2="88187" y2="91879"/>
                        <a14:foregroundMark x1="93798" y1="84282" x2="95607" y2="33485"/>
                        <a14:foregroundMark x1="95607" y1="33485" x2="89147" y2="21640"/>
                        <a14:foregroundMark x1="89147" y1="21640" x2="84238" y2="17540"/>
                        <a14:foregroundMark x1="40827" y1="88155" x2="81601" y2="88537"/>
                        <a14:foregroundMark x1="87714" y1="82162" x2="87080" y2="34852"/>
                        <a14:foregroundMark x1="87855" y1="92711" x2="87844" y2="91879"/>
                        <a14:foregroundMark x1="31783" y1="94305" x2="48062" y2="94533"/>
                        <a14:foregroundMark x1="65633" y1="70843" x2="46253" y2="56720"/>
                        <a14:foregroundMark x1="46253" y1="56720" x2="33592" y2="38952"/>
                        <a14:foregroundMark x1="33592" y1="38952" x2="34367" y2="37358"/>
                        <a14:foregroundMark x1="78036" y1="36446" x2="49096" y2="10706"/>
                        <a14:backgroundMark x1="18088" y1="27107" x2="18088" y2="27107"/>
                        <a14:backgroundMark x1="17571" y1="27563" x2="18863" y2="26196"/>
                        <a14:backgroundMark x1="16021" y1="27790" x2="13953" y2="27563"/>
                        <a14:backgroundMark x1="14470" y1="27563" x2="14987" y2="25513"/>
                        <a14:backgroundMark x1="14987" y1="25057" x2="15762" y2="28474"/>
                        <a14:backgroundMark x1="16021" y1="28929" x2="14470" y2="24601"/>
                        <a14:backgroundMark x1="84238" y1="85421" x2="83721" y2="83599"/>
                        <a14:backgroundMark x1="87080" y1="84282" x2="83979" y2="89294"/>
                        <a14:backgroundMark x1="85788" y1="84282" x2="88889" y2="85194"/>
                        <a14:backgroundMark x1="86563" y1="88610" x2="81654" y2="886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5834" y="5390238"/>
            <a:ext cx="338304" cy="38376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CF7E28F-B3AD-D5BF-B908-0506C341CADE}"/>
              </a:ext>
            </a:extLst>
          </p:cNvPr>
          <p:cNvSpPr txBox="1"/>
          <p:nvPr/>
        </p:nvSpPr>
        <p:spPr>
          <a:xfrm>
            <a:off x="3124925" y="5768019"/>
            <a:ext cx="938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C1-CN (12 Pin)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E7CC0-58B5-85ED-439B-59B17E91DCE6}"/>
              </a:ext>
            </a:extLst>
          </p:cNvPr>
          <p:cNvSpPr txBox="1"/>
          <p:nvPr/>
        </p:nvSpPr>
        <p:spPr>
          <a:xfrm>
            <a:off x="3054035" y="5914972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WH (0V)</a:t>
            </a:r>
          </a:p>
          <a:p>
            <a:r>
              <a:rPr lang="en-IN" sz="1000" dirty="0"/>
              <a:t>2 : GN ( 24V)</a:t>
            </a:r>
          </a:p>
          <a:p>
            <a:endParaRPr lang="en-IN" sz="10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3E90439-754F-62C0-E261-68C4C0ED921C}"/>
              </a:ext>
            </a:extLst>
          </p:cNvPr>
          <p:cNvCxnSpPr>
            <a:cxnSpLocks/>
          </p:cNvCxnSpPr>
          <p:nvPr/>
        </p:nvCxnSpPr>
        <p:spPr>
          <a:xfrm>
            <a:off x="2408635" y="4614266"/>
            <a:ext cx="942119" cy="184751"/>
          </a:xfrm>
          <a:prstGeom prst="bentConnector3">
            <a:avLst>
              <a:gd name="adj1" fmla="val 1660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419E8E6-5006-7080-EEEF-FE2A38E0A5B3}"/>
              </a:ext>
            </a:extLst>
          </p:cNvPr>
          <p:cNvCxnSpPr>
            <a:cxnSpLocks/>
          </p:cNvCxnSpPr>
          <p:nvPr/>
        </p:nvCxnSpPr>
        <p:spPr>
          <a:xfrm>
            <a:off x="2397917" y="4895713"/>
            <a:ext cx="935057" cy="260724"/>
          </a:xfrm>
          <a:prstGeom prst="bentConnector3">
            <a:avLst>
              <a:gd name="adj1" fmla="val 1295"/>
            </a:avLst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190B55-B006-83F0-C47E-990B7554F278}"/>
              </a:ext>
            </a:extLst>
          </p:cNvPr>
          <p:cNvCxnSpPr>
            <a:cxnSpLocks/>
          </p:cNvCxnSpPr>
          <p:nvPr/>
        </p:nvCxnSpPr>
        <p:spPr>
          <a:xfrm flipH="1" flipV="1">
            <a:off x="3332974" y="4793507"/>
            <a:ext cx="12012" cy="63091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B236B6-4EFD-A41C-BA4C-C1E8501F3F10}"/>
              </a:ext>
            </a:extLst>
          </p:cNvPr>
          <p:cNvSpPr txBox="1"/>
          <p:nvPr/>
        </p:nvSpPr>
        <p:spPr>
          <a:xfrm>
            <a:off x="1527765" y="4094858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2C826C-7DB9-F973-49EC-4F3CB329BFEE}"/>
              </a:ext>
            </a:extLst>
          </p:cNvPr>
          <p:cNvSpPr txBox="1"/>
          <p:nvPr/>
        </p:nvSpPr>
        <p:spPr>
          <a:xfrm>
            <a:off x="1538066" y="4392426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593580-46A7-CF75-BF5F-46C736F57946}"/>
              </a:ext>
            </a:extLst>
          </p:cNvPr>
          <p:cNvSpPr txBox="1"/>
          <p:nvPr/>
        </p:nvSpPr>
        <p:spPr>
          <a:xfrm>
            <a:off x="1546388" y="4681088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EA9CF2-1993-F9FD-DA65-AD66C3721F3C}"/>
              </a:ext>
            </a:extLst>
          </p:cNvPr>
          <p:cNvSpPr txBox="1"/>
          <p:nvPr/>
        </p:nvSpPr>
        <p:spPr>
          <a:xfrm>
            <a:off x="2836224" y="4524944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GN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1F7AA9-D7EF-194A-92FA-16EB9F4EF361}"/>
              </a:ext>
            </a:extLst>
          </p:cNvPr>
          <p:cNvSpPr txBox="1"/>
          <p:nvPr/>
        </p:nvSpPr>
        <p:spPr>
          <a:xfrm>
            <a:off x="2816378" y="4961337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WH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E49E188-8AA4-9965-186A-199F7E9DFD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973" b="94533" l="9561" r="95349">
                        <a14:foregroundMark x1="33592" y1="8200" x2="69509" y2="69704"/>
                        <a14:foregroundMark x1="69509" y1="69704" x2="68475" y2="79954"/>
                        <a14:foregroundMark x1="14165" y1="25200" x2="12403" y2="20046"/>
                        <a14:foregroundMark x1="35142" y1="86560" x2="16039" y2="30680"/>
                        <a14:foregroundMark x1="20155" y1="16856" x2="12403" y2="19134"/>
                        <a14:foregroundMark x1="10078" y1="21185" x2="8269" y2="34624"/>
                        <a14:foregroundMark x1="8269" y1="34624" x2="11370" y2="71754"/>
                        <a14:foregroundMark x1="11370" y1="71754" x2="8269" y2="89977"/>
                        <a14:foregroundMark x1="8269" y1="89977" x2="67183" y2="94077"/>
                        <a14:foregroundMark x1="67183" y1="94077" x2="86563" y2="94077"/>
                        <a14:foregroundMark x1="88559" y1="91375" x2="93798" y2="84282"/>
                        <a14:foregroundMark x1="86563" y1="94077" x2="88187" y2="91879"/>
                        <a14:foregroundMark x1="93798" y1="84282" x2="95607" y2="33485"/>
                        <a14:foregroundMark x1="95607" y1="33485" x2="89147" y2="21640"/>
                        <a14:foregroundMark x1="89147" y1="21640" x2="84238" y2="17540"/>
                        <a14:foregroundMark x1="40827" y1="88155" x2="81601" y2="88537"/>
                        <a14:foregroundMark x1="87714" y1="82162" x2="87080" y2="34852"/>
                        <a14:foregroundMark x1="87855" y1="92711" x2="87844" y2="91879"/>
                        <a14:foregroundMark x1="31783" y1="94305" x2="48062" y2="94533"/>
                        <a14:foregroundMark x1="65633" y1="70843" x2="46253" y2="56720"/>
                        <a14:foregroundMark x1="46253" y1="56720" x2="33592" y2="38952"/>
                        <a14:foregroundMark x1="33592" y1="38952" x2="34367" y2="37358"/>
                        <a14:foregroundMark x1="78036" y1="36446" x2="49096" y2="10706"/>
                        <a14:backgroundMark x1="18088" y1="27107" x2="18088" y2="27107"/>
                        <a14:backgroundMark x1="17571" y1="27563" x2="18863" y2="26196"/>
                        <a14:backgroundMark x1="16021" y1="27790" x2="13953" y2="27563"/>
                        <a14:backgroundMark x1="14470" y1="27563" x2="14987" y2="25513"/>
                        <a14:backgroundMark x1="14987" y1="25057" x2="15762" y2="28474"/>
                        <a14:backgroundMark x1="16021" y1="28929" x2="14470" y2="24601"/>
                        <a14:backgroundMark x1="84238" y1="85421" x2="83721" y2="83599"/>
                        <a14:backgroundMark x1="87080" y1="84282" x2="83979" y2="89294"/>
                        <a14:backgroundMark x1="85788" y1="84282" x2="88889" y2="85194"/>
                        <a14:backgroundMark x1="86563" y1="88610" x2="81654" y2="886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5402" y="5387804"/>
            <a:ext cx="338304" cy="38376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DD61D7D-4D3B-C514-4378-DE8FAF7A0934}"/>
              </a:ext>
            </a:extLst>
          </p:cNvPr>
          <p:cNvSpPr txBox="1"/>
          <p:nvPr/>
        </p:nvSpPr>
        <p:spPr>
          <a:xfrm>
            <a:off x="4464493" y="5765585"/>
            <a:ext cx="9380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C2-CN (12 Pin)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C19D37-13AD-086F-44DC-9A0E6AED68D1}"/>
              </a:ext>
            </a:extLst>
          </p:cNvPr>
          <p:cNvCxnSpPr>
            <a:cxnSpLocks/>
          </p:cNvCxnSpPr>
          <p:nvPr/>
        </p:nvCxnSpPr>
        <p:spPr>
          <a:xfrm flipH="1" flipV="1">
            <a:off x="4672054" y="4717637"/>
            <a:ext cx="12500" cy="68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427974D-D9DE-3958-EBDF-26D19938F74A}"/>
              </a:ext>
            </a:extLst>
          </p:cNvPr>
          <p:cNvSpPr txBox="1"/>
          <p:nvPr/>
        </p:nvSpPr>
        <p:spPr>
          <a:xfrm>
            <a:off x="4194712" y="4513102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GN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FFF5A2-2136-FFAC-FFD0-FF6C04E77A14}"/>
              </a:ext>
            </a:extLst>
          </p:cNvPr>
          <p:cNvSpPr txBox="1"/>
          <p:nvPr/>
        </p:nvSpPr>
        <p:spPr>
          <a:xfrm>
            <a:off x="4203034" y="4801764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WH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E0EEAAC5-F678-B36A-6323-D7C43B528FD3}"/>
              </a:ext>
            </a:extLst>
          </p:cNvPr>
          <p:cNvCxnSpPr>
            <a:cxnSpLocks/>
          </p:cNvCxnSpPr>
          <p:nvPr/>
        </p:nvCxnSpPr>
        <p:spPr>
          <a:xfrm>
            <a:off x="2481859" y="4587201"/>
            <a:ext cx="2180832" cy="125832"/>
          </a:xfrm>
          <a:prstGeom prst="bentConnector3">
            <a:avLst>
              <a:gd name="adj1" fmla="val 1056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920E563-B02C-85C0-D174-48404554AC8C}"/>
              </a:ext>
            </a:extLst>
          </p:cNvPr>
          <p:cNvCxnSpPr>
            <a:cxnSpLocks/>
          </p:cNvCxnSpPr>
          <p:nvPr/>
        </p:nvCxnSpPr>
        <p:spPr>
          <a:xfrm>
            <a:off x="2491387" y="4907357"/>
            <a:ext cx="2180832" cy="125832"/>
          </a:xfrm>
          <a:prstGeom prst="bentConnector3">
            <a:avLst>
              <a:gd name="adj1" fmla="val 1056"/>
            </a:avLst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CABC52D-8DF2-9AD6-50BB-F1AF55D72E37}"/>
              </a:ext>
            </a:extLst>
          </p:cNvPr>
          <p:cNvSpPr/>
          <p:nvPr/>
        </p:nvSpPr>
        <p:spPr>
          <a:xfrm>
            <a:off x="2285503" y="3975646"/>
            <a:ext cx="225234" cy="601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84A06F74-DA4B-F789-3465-80E8901E899A}"/>
              </a:ext>
            </a:extLst>
          </p:cNvPr>
          <p:cNvCxnSpPr>
            <a:cxnSpLocks/>
          </p:cNvCxnSpPr>
          <p:nvPr/>
        </p:nvCxnSpPr>
        <p:spPr>
          <a:xfrm flipV="1">
            <a:off x="2941693" y="2308647"/>
            <a:ext cx="7872749" cy="832881"/>
          </a:xfrm>
          <a:prstGeom prst="bentConnector3">
            <a:avLst>
              <a:gd name="adj1" fmla="val 12631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8E2DFD5-7F74-4AB6-ED8A-86658C0B0F17}"/>
              </a:ext>
            </a:extLst>
          </p:cNvPr>
          <p:cNvCxnSpPr>
            <a:cxnSpLocks/>
          </p:cNvCxnSpPr>
          <p:nvPr/>
        </p:nvCxnSpPr>
        <p:spPr>
          <a:xfrm>
            <a:off x="10096687" y="2313579"/>
            <a:ext cx="0" cy="17566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1DD95ED-B1B6-3AE9-542D-61B8131A1C9A}"/>
              </a:ext>
            </a:extLst>
          </p:cNvPr>
          <p:cNvCxnSpPr>
            <a:cxnSpLocks/>
          </p:cNvCxnSpPr>
          <p:nvPr/>
        </p:nvCxnSpPr>
        <p:spPr>
          <a:xfrm>
            <a:off x="10448187" y="2318498"/>
            <a:ext cx="0" cy="17566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608430D-BC73-453D-1379-0DE4655FBEB2}"/>
              </a:ext>
            </a:extLst>
          </p:cNvPr>
          <p:cNvCxnSpPr>
            <a:cxnSpLocks/>
          </p:cNvCxnSpPr>
          <p:nvPr/>
        </p:nvCxnSpPr>
        <p:spPr>
          <a:xfrm>
            <a:off x="10814442" y="2323415"/>
            <a:ext cx="0" cy="17566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1EF9F0E-518E-E092-5FF2-CDEF096B84B7}"/>
              </a:ext>
            </a:extLst>
          </p:cNvPr>
          <p:cNvCxnSpPr>
            <a:cxnSpLocks/>
          </p:cNvCxnSpPr>
          <p:nvPr/>
        </p:nvCxnSpPr>
        <p:spPr>
          <a:xfrm>
            <a:off x="10204843" y="1437692"/>
            <a:ext cx="0" cy="1049101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8BBA9A8-3535-FEE5-38A2-A3EF8E86F10B}"/>
              </a:ext>
            </a:extLst>
          </p:cNvPr>
          <p:cNvCxnSpPr>
            <a:cxnSpLocks/>
          </p:cNvCxnSpPr>
          <p:nvPr/>
        </p:nvCxnSpPr>
        <p:spPr>
          <a:xfrm>
            <a:off x="10556343" y="1709006"/>
            <a:ext cx="0" cy="782706"/>
          </a:xfrm>
          <a:prstGeom prst="line">
            <a:avLst/>
          </a:prstGeom>
          <a:ln w="38100">
            <a:solidFill>
              <a:srgbClr val="8F5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E0619C1-061E-DC47-8BA6-DF60CB244415}"/>
              </a:ext>
            </a:extLst>
          </p:cNvPr>
          <p:cNvCxnSpPr>
            <a:cxnSpLocks/>
          </p:cNvCxnSpPr>
          <p:nvPr/>
        </p:nvCxnSpPr>
        <p:spPr>
          <a:xfrm>
            <a:off x="10922598" y="1968784"/>
            <a:ext cx="0" cy="527845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3B75345-7E37-E2BF-D53B-06A729ED6C24}"/>
              </a:ext>
            </a:extLst>
          </p:cNvPr>
          <p:cNvCxnSpPr>
            <a:cxnSpLocks/>
          </p:cNvCxnSpPr>
          <p:nvPr/>
        </p:nvCxnSpPr>
        <p:spPr>
          <a:xfrm>
            <a:off x="3652433" y="1437692"/>
            <a:ext cx="6552000" cy="2342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1E4F258-2B2E-B68D-9EAB-6F0E2AB2FDCF}"/>
              </a:ext>
            </a:extLst>
          </p:cNvPr>
          <p:cNvCxnSpPr>
            <a:cxnSpLocks/>
          </p:cNvCxnSpPr>
          <p:nvPr/>
        </p:nvCxnSpPr>
        <p:spPr>
          <a:xfrm flipV="1">
            <a:off x="3635001" y="1709006"/>
            <a:ext cx="6921342" cy="5724"/>
          </a:xfrm>
          <a:prstGeom prst="line">
            <a:avLst/>
          </a:prstGeom>
          <a:ln w="38100">
            <a:solidFill>
              <a:srgbClr val="8F5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8BE2BA0-0625-D137-0A49-D6B3385D4FF7}"/>
              </a:ext>
            </a:extLst>
          </p:cNvPr>
          <p:cNvCxnSpPr>
            <a:cxnSpLocks/>
          </p:cNvCxnSpPr>
          <p:nvPr/>
        </p:nvCxnSpPr>
        <p:spPr>
          <a:xfrm>
            <a:off x="3635001" y="2007240"/>
            <a:ext cx="7287597" cy="0"/>
          </a:xfrm>
          <a:prstGeom prst="line">
            <a:avLst/>
          </a:prstGeom>
          <a:ln w="762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C1D8B42-8CA9-5385-222E-83FA6AA7CFE7}"/>
              </a:ext>
            </a:extLst>
          </p:cNvPr>
          <p:cNvSpPr txBox="1"/>
          <p:nvPr/>
        </p:nvSpPr>
        <p:spPr>
          <a:xfrm>
            <a:off x="5774654" y="6268915"/>
            <a:ext cx="1520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TB3 – Light Power Terminals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216D72-EDCB-823E-B696-5F42DEAC1109}"/>
              </a:ext>
            </a:extLst>
          </p:cNvPr>
          <p:cNvSpPr txBox="1"/>
          <p:nvPr/>
        </p:nvSpPr>
        <p:spPr>
          <a:xfrm>
            <a:off x="2581176" y="774219"/>
            <a:ext cx="76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Stack Light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9A408F-21BC-B5F2-9BFA-1DB28D95AF40}"/>
              </a:ext>
            </a:extLst>
          </p:cNvPr>
          <p:cNvSpPr txBox="1"/>
          <p:nvPr/>
        </p:nvSpPr>
        <p:spPr>
          <a:xfrm>
            <a:off x="11057785" y="2264743"/>
            <a:ext cx="1165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Jetson Nano Relay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A8C178B-67AE-2A4A-8C7D-ACECACC9919C}"/>
              </a:ext>
            </a:extLst>
          </p:cNvPr>
          <p:cNvSpPr txBox="1"/>
          <p:nvPr/>
        </p:nvSpPr>
        <p:spPr>
          <a:xfrm>
            <a:off x="4533719" y="5904450"/>
            <a:ext cx="16962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WH (0V)</a:t>
            </a:r>
          </a:p>
          <a:p>
            <a:r>
              <a:rPr lang="en-IN" sz="1000" dirty="0"/>
              <a:t>2 : GN ( 24V)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DA4DDF-5CEF-8D99-90FE-DD5590A2EF58}"/>
              </a:ext>
            </a:extLst>
          </p:cNvPr>
          <p:cNvSpPr txBox="1"/>
          <p:nvPr/>
        </p:nvSpPr>
        <p:spPr>
          <a:xfrm>
            <a:off x="9033590" y="4648054"/>
            <a:ext cx="287834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 Camera 12 Pin Hirose Cable -Connections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White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Green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Blue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Red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Gray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Black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Violet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Brown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Yellow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Pink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Gray/Pink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000" dirty="0"/>
              <a:t>Red/Blue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14E6FB7-5B28-72FD-0244-3A95BBECA325}"/>
              </a:ext>
            </a:extLst>
          </p:cNvPr>
          <p:cNvCxnSpPr/>
          <p:nvPr/>
        </p:nvCxnSpPr>
        <p:spPr>
          <a:xfrm flipV="1">
            <a:off x="4927092" y="5555874"/>
            <a:ext cx="4012627" cy="2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F0A5D22-6C00-D540-FB38-BE27A020E33D}"/>
              </a:ext>
            </a:extLst>
          </p:cNvPr>
          <p:cNvSpPr txBox="1"/>
          <p:nvPr/>
        </p:nvSpPr>
        <p:spPr>
          <a:xfrm>
            <a:off x="3660353" y="975863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BL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BDD679C-A3B9-099A-5716-F4E904C392F0}"/>
              </a:ext>
            </a:extLst>
          </p:cNvPr>
          <p:cNvSpPr txBox="1"/>
          <p:nvPr/>
        </p:nvSpPr>
        <p:spPr>
          <a:xfrm>
            <a:off x="3651198" y="1234519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BK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3201186-07D1-8070-B6AA-74D66FCA1351}"/>
              </a:ext>
            </a:extLst>
          </p:cNvPr>
          <p:cNvSpPr txBox="1"/>
          <p:nvPr/>
        </p:nvSpPr>
        <p:spPr>
          <a:xfrm>
            <a:off x="3678976" y="1493997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B7C510D-27E2-2B01-E7E7-4F56B40AD50B}"/>
              </a:ext>
            </a:extLst>
          </p:cNvPr>
          <p:cNvSpPr txBox="1"/>
          <p:nvPr/>
        </p:nvSpPr>
        <p:spPr>
          <a:xfrm>
            <a:off x="3674786" y="1741859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WH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A26972-8A58-675E-222A-DD06CB93BF5C}"/>
              </a:ext>
            </a:extLst>
          </p:cNvPr>
          <p:cNvSpPr/>
          <p:nvPr/>
        </p:nvSpPr>
        <p:spPr>
          <a:xfrm>
            <a:off x="365756" y="1327639"/>
            <a:ext cx="543738" cy="116319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52DC3F-9E12-B27B-4470-D48E079641E5}"/>
              </a:ext>
            </a:extLst>
          </p:cNvPr>
          <p:cNvCxnSpPr>
            <a:cxnSpLocks/>
          </p:cNvCxnSpPr>
          <p:nvPr/>
        </p:nvCxnSpPr>
        <p:spPr>
          <a:xfrm>
            <a:off x="478656" y="3913318"/>
            <a:ext cx="1838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F16C86-5F65-C9B2-90CA-69D748B248FF}"/>
              </a:ext>
            </a:extLst>
          </p:cNvPr>
          <p:cNvCxnSpPr>
            <a:cxnSpLocks/>
          </p:cNvCxnSpPr>
          <p:nvPr/>
        </p:nvCxnSpPr>
        <p:spPr>
          <a:xfrm flipV="1">
            <a:off x="478656" y="2481873"/>
            <a:ext cx="0" cy="14233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024E2D6-1D7B-65A8-DB6D-18D6BAD643BE}"/>
              </a:ext>
            </a:extLst>
          </p:cNvPr>
          <p:cNvCxnSpPr>
            <a:cxnSpLocks/>
          </p:cNvCxnSpPr>
          <p:nvPr/>
        </p:nvCxnSpPr>
        <p:spPr>
          <a:xfrm flipV="1">
            <a:off x="755997" y="2462361"/>
            <a:ext cx="0" cy="576000"/>
          </a:xfrm>
          <a:prstGeom prst="line">
            <a:avLst/>
          </a:prstGeom>
          <a:ln w="38100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0E629E1-529D-6E26-9BCF-0A18F03F1E34}"/>
              </a:ext>
            </a:extLst>
          </p:cNvPr>
          <p:cNvCxnSpPr>
            <a:cxnSpLocks/>
          </p:cNvCxnSpPr>
          <p:nvPr/>
        </p:nvCxnSpPr>
        <p:spPr>
          <a:xfrm flipV="1">
            <a:off x="752301" y="3022287"/>
            <a:ext cx="1678662" cy="16087"/>
          </a:xfrm>
          <a:prstGeom prst="line">
            <a:avLst/>
          </a:prstGeom>
          <a:ln w="28575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B841A8C-3BEA-C5B8-6611-A345005BE095}"/>
              </a:ext>
            </a:extLst>
          </p:cNvPr>
          <p:cNvCxnSpPr>
            <a:cxnSpLocks/>
          </p:cNvCxnSpPr>
          <p:nvPr/>
        </p:nvCxnSpPr>
        <p:spPr>
          <a:xfrm flipV="1">
            <a:off x="2430963" y="3028038"/>
            <a:ext cx="2494" cy="402141"/>
          </a:xfrm>
          <a:prstGeom prst="line">
            <a:avLst/>
          </a:prstGeom>
          <a:ln w="38100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3DABFC4-8580-2D51-5C07-3DEDDF416597}"/>
              </a:ext>
            </a:extLst>
          </p:cNvPr>
          <p:cNvSpPr txBox="1"/>
          <p:nvPr/>
        </p:nvSpPr>
        <p:spPr>
          <a:xfrm>
            <a:off x="314675" y="2302564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A1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9795E9-EAC3-7FA3-3FC6-3B6A68F7F948}"/>
              </a:ext>
            </a:extLst>
          </p:cNvPr>
          <p:cNvSpPr txBox="1"/>
          <p:nvPr/>
        </p:nvSpPr>
        <p:spPr>
          <a:xfrm>
            <a:off x="598281" y="2301227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A2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11E9A5-1940-F837-2444-13BB35FA08BC}"/>
              </a:ext>
            </a:extLst>
          </p:cNvPr>
          <p:cNvSpPr txBox="1"/>
          <p:nvPr/>
        </p:nvSpPr>
        <p:spPr>
          <a:xfrm>
            <a:off x="859533" y="2062251"/>
            <a:ext cx="50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Relay</a:t>
            </a:r>
          </a:p>
          <a:p>
            <a:r>
              <a:rPr lang="en-IN" sz="1000" dirty="0" err="1"/>
              <a:t>Elmex</a:t>
            </a:r>
            <a:endParaRPr lang="en-IN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FBEE5A1-E738-73C8-004E-2C70E601952D}"/>
              </a:ext>
            </a:extLst>
          </p:cNvPr>
          <p:cNvSpPr txBox="1"/>
          <p:nvPr/>
        </p:nvSpPr>
        <p:spPr>
          <a:xfrm>
            <a:off x="610066" y="1335275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14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12DAEB-ABB4-87FC-B025-417916E55E85}"/>
              </a:ext>
            </a:extLst>
          </p:cNvPr>
          <p:cNvSpPr txBox="1"/>
          <p:nvPr/>
        </p:nvSpPr>
        <p:spPr>
          <a:xfrm>
            <a:off x="619872" y="1530991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12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51A7D1-902E-3985-A1F6-83603DEBCF8B}"/>
              </a:ext>
            </a:extLst>
          </p:cNvPr>
          <p:cNvSpPr txBox="1"/>
          <p:nvPr/>
        </p:nvSpPr>
        <p:spPr>
          <a:xfrm>
            <a:off x="619872" y="1720244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11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E95501A-D91A-8AD8-ECB8-1CD268869E16}"/>
              </a:ext>
            </a:extLst>
          </p:cNvPr>
          <p:cNvCxnSpPr>
            <a:cxnSpLocks/>
          </p:cNvCxnSpPr>
          <p:nvPr/>
        </p:nvCxnSpPr>
        <p:spPr>
          <a:xfrm>
            <a:off x="905619" y="1458385"/>
            <a:ext cx="4138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27F0061-9D1C-CE1C-D6DE-499103158CA7}"/>
              </a:ext>
            </a:extLst>
          </p:cNvPr>
          <p:cNvCxnSpPr>
            <a:cxnSpLocks/>
          </p:cNvCxnSpPr>
          <p:nvPr/>
        </p:nvCxnSpPr>
        <p:spPr>
          <a:xfrm>
            <a:off x="894083" y="1654101"/>
            <a:ext cx="425368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B11EC50B-D02B-EBD1-79C5-B1A7A44B19F2}"/>
              </a:ext>
            </a:extLst>
          </p:cNvPr>
          <p:cNvCxnSpPr>
            <a:cxnSpLocks/>
          </p:cNvCxnSpPr>
          <p:nvPr/>
        </p:nvCxnSpPr>
        <p:spPr>
          <a:xfrm>
            <a:off x="887802" y="1843354"/>
            <a:ext cx="431649" cy="0"/>
          </a:xfrm>
          <a:prstGeom prst="line">
            <a:avLst/>
          </a:prstGeom>
          <a:ln w="28575">
            <a:solidFill>
              <a:srgbClr val="8F5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A2A64C0-ED78-315D-81CC-5DB96C12406D}"/>
              </a:ext>
            </a:extLst>
          </p:cNvPr>
          <p:cNvSpPr txBox="1"/>
          <p:nvPr/>
        </p:nvSpPr>
        <p:spPr>
          <a:xfrm>
            <a:off x="1261129" y="1321718"/>
            <a:ext cx="754357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3V (Pin#1)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A757619-B1AC-2E3C-5B15-80FDDD3902EE}"/>
              </a:ext>
            </a:extLst>
          </p:cNvPr>
          <p:cNvSpPr txBox="1"/>
          <p:nvPr/>
        </p:nvSpPr>
        <p:spPr>
          <a:xfrm>
            <a:off x="1270935" y="1517434"/>
            <a:ext cx="94451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GND ( Pin#6)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24F342C-D55C-050E-0C94-419301EC864B}"/>
              </a:ext>
            </a:extLst>
          </p:cNvPr>
          <p:cNvSpPr txBox="1"/>
          <p:nvPr/>
        </p:nvSpPr>
        <p:spPr>
          <a:xfrm>
            <a:off x="1270936" y="1706687"/>
            <a:ext cx="8826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D4 (Pin#7)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D8BB107-4F2D-D1C5-FBE2-A0285045B587}"/>
              </a:ext>
            </a:extLst>
          </p:cNvPr>
          <p:cNvSpPr txBox="1"/>
          <p:nvPr/>
        </p:nvSpPr>
        <p:spPr>
          <a:xfrm>
            <a:off x="1243594" y="973515"/>
            <a:ext cx="906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Jetson Nano</a:t>
            </a:r>
          </a:p>
          <a:p>
            <a:pPr algn="ctr"/>
            <a:r>
              <a:rPr lang="en-IN" sz="1000" dirty="0"/>
              <a:t>Carrier Board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0D27F37-ECBD-F7B4-A40B-0F6F1305553D}"/>
              </a:ext>
            </a:extLst>
          </p:cNvPr>
          <p:cNvSpPr/>
          <p:nvPr/>
        </p:nvSpPr>
        <p:spPr>
          <a:xfrm>
            <a:off x="1244590" y="956115"/>
            <a:ext cx="874428" cy="1163191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8C8E623-85BC-7B56-DB79-258B374386D2}"/>
              </a:ext>
            </a:extLst>
          </p:cNvPr>
          <p:cNvSpPr txBox="1"/>
          <p:nvPr/>
        </p:nvSpPr>
        <p:spPr>
          <a:xfrm>
            <a:off x="6355496" y="4094858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BK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6F96E1A-2D80-6524-3103-0BD6872C6AAE}"/>
              </a:ext>
            </a:extLst>
          </p:cNvPr>
          <p:cNvSpPr txBox="1"/>
          <p:nvPr/>
        </p:nvSpPr>
        <p:spPr>
          <a:xfrm>
            <a:off x="5618270" y="3426486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69CE0E8-F10C-0CE2-2DB5-8EDF437AD1C3}"/>
              </a:ext>
            </a:extLst>
          </p:cNvPr>
          <p:cNvSpPr txBox="1"/>
          <p:nvPr/>
        </p:nvSpPr>
        <p:spPr>
          <a:xfrm>
            <a:off x="5959268" y="4245862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BL</a:t>
            </a: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0444CC93-2BEF-968F-2AE5-599F9E510B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065"/>
          <a:stretch/>
        </p:blipFill>
        <p:spPr>
          <a:xfrm>
            <a:off x="5352814" y="3297568"/>
            <a:ext cx="298204" cy="1670293"/>
          </a:xfrm>
          <a:prstGeom prst="rect">
            <a:avLst/>
          </a:prstGeom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C3BB606E-D519-A6CA-DC20-76108D38B136}"/>
              </a:ext>
            </a:extLst>
          </p:cNvPr>
          <p:cNvSpPr/>
          <p:nvPr/>
        </p:nvSpPr>
        <p:spPr>
          <a:xfrm>
            <a:off x="5367244" y="3454247"/>
            <a:ext cx="283773" cy="647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570B9E5-A5FE-DA0C-6C29-3A30F6B5AC22}"/>
              </a:ext>
            </a:extLst>
          </p:cNvPr>
          <p:cNvSpPr/>
          <p:nvPr/>
        </p:nvSpPr>
        <p:spPr>
          <a:xfrm>
            <a:off x="5367244" y="3711716"/>
            <a:ext cx="283773" cy="647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A8D7E702-F2EE-B78B-39E0-142A27B79AE0}"/>
              </a:ext>
            </a:extLst>
          </p:cNvPr>
          <p:cNvCxnSpPr>
            <a:cxnSpLocks/>
          </p:cNvCxnSpPr>
          <p:nvPr/>
        </p:nvCxnSpPr>
        <p:spPr>
          <a:xfrm rot="5400000">
            <a:off x="1950751" y="1746034"/>
            <a:ext cx="2293044" cy="1171379"/>
          </a:xfrm>
          <a:prstGeom prst="bentConnector3">
            <a:avLst>
              <a:gd name="adj1" fmla="val -23755"/>
            </a:avLst>
          </a:prstGeom>
          <a:ln w="28575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312827E5-2A94-9FED-93EA-8AF192B29C94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1700" t="81154" r="71914" b="11382"/>
          <a:stretch/>
        </p:blipFill>
        <p:spPr>
          <a:xfrm>
            <a:off x="7159761" y="3661294"/>
            <a:ext cx="298526" cy="307370"/>
          </a:xfrm>
          <a:prstGeom prst="rect">
            <a:avLst/>
          </a:prstGeom>
        </p:spPr>
      </p:pic>
      <p:sp>
        <p:nvSpPr>
          <p:cNvPr id="151" name="TextBox 150">
            <a:extLst>
              <a:ext uri="{FF2B5EF4-FFF2-40B4-BE49-F238E27FC236}">
                <a16:creationId xmlns:a16="http://schemas.microsoft.com/office/drawing/2014/main" id="{1483E96A-EC6D-F678-D28C-38225CDC8F3C}"/>
              </a:ext>
            </a:extLst>
          </p:cNvPr>
          <p:cNvSpPr txBox="1"/>
          <p:nvPr/>
        </p:nvSpPr>
        <p:spPr>
          <a:xfrm>
            <a:off x="6846749" y="3466215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L1-CN (3 Pin)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FE54DE1-FAF4-DE99-4F08-83C0FC54DCD9}"/>
              </a:ext>
            </a:extLst>
          </p:cNvPr>
          <p:cNvSpPr txBox="1"/>
          <p:nvPr/>
        </p:nvSpPr>
        <p:spPr>
          <a:xfrm>
            <a:off x="6903223" y="3916571"/>
            <a:ext cx="1084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BK( Light ON)</a:t>
            </a:r>
          </a:p>
          <a:p>
            <a:r>
              <a:rPr lang="en-IN" sz="1000" dirty="0"/>
              <a:t>3 : BL (0V)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3F24132-E06E-A590-C3F6-7860445BDBBA}"/>
              </a:ext>
            </a:extLst>
          </p:cNvPr>
          <p:cNvCxnSpPr>
            <a:cxnSpLocks/>
          </p:cNvCxnSpPr>
          <p:nvPr/>
        </p:nvCxnSpPr>
        <p:spPr>
          <a:xfrm flipV="1">
            <a:off x="2941693" y="3133818"/>
            <a:ext cx="0" cy="19042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4C2079FE-465B-26C5-D709-BC191CECAA57}"/>
              </a:ext>
            </a:extLst>
          </p:cNvPr>
          <p:cNvCxnSpPr>
            <a:cxnSpLocks/>
          </p:cNvCxnSpPr>
          <p:nvPr/>
        </p:nvCxnSpPr>
        <p:spPr>
          <a:xfrm>
            <a:off x="3174227" y="3394872"/>
            <a:ext cx="2201876" cy="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6EFFDB0E-013F-7979-0470-5C8A4606AF3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43358" y="3601073"/>
            <a:ext cx="2366093" cy="98681"/>
          </a:xfrm>
          <a:prstGeom prst="bentConnector3">
            <a:avLst>
              <a:gd name="adj1" fmla="val 99568"/>
            </a:avLst>
          </a:prstGeom>
          <a:ln w="28575">
            <a:solidFill>
              <a:srgbClr val="8F5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8D18A818-2495-062F-0733-670D88131B0B}"/>
              </a:ext>
            </a:extLst>
          </p:cNvPr>
          <p:cNvSpPr txBox="1"/>
          <p:nvPr/>
        </p:nvSpPr>
        <p:spPr>
          <a:xfrm>
            <a:off x="4162820" y="3562080"/>
            <a:ext cx="5437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24VDC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FC3571B-75D1-A2F9-4566-65F21FB3DCD2}"/>
              </a:ext>
            </a:extLst>
          </p:cNvPr>
          <p:cNvSpPr txBox="1"/>
          <p:nvPr/>
        </p:nvSpPr>
        <p:spPr>
          <a:xfrm>
            <a:off x="4192579" y="3206818"/>
            <a:ext cx="5437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0VDC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A3115B2-0826-C77E-88F8-1C5A68EC79DE}"/>
              </a:ext>
            </a:extLst>
          </p:cNvPr>
          <p:cNvSpPr txBox="1"/>
          <p:nvPr/>
        </p:nvSpPr>
        <p:spPr>
          <a:xfrm>
            <a:off x="4556599" y="3931128"/>
            <a:ext cx="789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X3 – Light</a:t>
            </a:r>
          </a:p>
          <a:p>
            <a:r>
              <a:rPr lang="en-IN" sz="1000" dirty="0"/>
              <a:t>Terminals</a:t>
            </a:r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30A15599-16D2-7A7B-8868-E1B06EF5BBB9}"/>
              </a:ext>
            </a:extLst>
          </p:cNvPr>
          <p:cNvCxnSpPr>
            <a:cxnSpLocks/>
          </p:cNvCxnSpPr>
          <p:nvPr/>
        </p:nvCxnSpPr>
        <p:spPr>
          <a:xfrm>
            <a:off x="5599800" y="3631516"/>
            <a:ext cx="1376791" cy="574870"/>
          </a:xfrm>
          <a:prstGeom prst="bentConnector3">
            <a:avLst>
              <a:gd name="adj1" fmla="val 82486"/>
            </a:avLst>
          </a:prstGeom>
          <a:ln w="28575">
            <a:solidFill>
              <a:srgbClr val="8F56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A2660DBC-7046-BD76-D0FC-27624E9073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64482" y="3360831"/>
            <a:ext cx="1343648" cy="678066"/>
          </a:xfrm>
          <a:prstGeom prst="bentConnector3">
            <a:avLst>
              <a:gd name="adj1" fmla="val 100386"/>
            </a:avLst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371BC730-A360-7F33-F5B8-7010DD042AF2}"/>
              </a:ext>
            </a:extLst>
          </p:cNvPr>
          <p:cNvCxnSpPr>
            <a:cxnSpLocks/>
          </p:cNvCxnSpPr>
          <p:nvPr/>
        </p:nvCxnSpPr>
        <p:spPr>
          <a:xfrm>
            <a:off x="5623938" y="3378830"/>
            <a:ext cx="1351401" cy="1129305"/>
          </a:xfrm>
          <a:prstGeom prst="bentConnector3">
            <a:avLst>
              <a:gd name="adj1" fmla="val 26552"/>
            </a:avLst>
          </a:prstGeom>
          <a:ln w="28575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ubtitle 2">
            <a:extLst>
              <a:ext uri="{FF2B5EF4-FFF2-40B4-BE49-F238E27FC236}">
                <a16:creationId xmlns:a16="http://schemas.microsoft.com/office/drawing/2014/main" id="{AC51518E-0697-F290-18E1-01F4E3B2836F}"/>
              </a:ext>
            </a:extLst>
          </p:cNvPr>
          <p:cNvSpPr txBox="1">
            <a:spLocks/>
          </p:cNvSpPr>
          <p:nvPr/>
        </p:nvSpPr>
        <p:spPr>
          <a:xfrm>
            <a:off x="6972824" y="218699"/>
            <a:ext cx="4727323" cy="6786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Control Wiring – inside Panel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C60F5-FFD9-86B2-95D0-32D2D546AC16}"/>
              </a:ext>
            </a:extLst>
          </p:cNvPr>
          <p:cNvSpPr txBox="1"/>
          <p:nvPr/>
        </p:nvSpPr>
        <p:spPr>
          <a:xfrm>
            <a:off x="296480" y="1329490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F0939-D2B8-4F25-6E6A-22F614960782}"/>
              </a:ext>
            </a:extLst>
          </p:cNvPr>
          <p:cNvSpPr txBox="1"/>
          <p:nvPr/>
        </p:nvSpPr>
        <p:spPr>
          <a:xfrm>
            <a:off x="306286" y="1714459"/>
            <a:ext cx="35941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21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2451CA-A250-C9EE-C9B5-C2B601B2E653}"/>
              </a:ext>
            </a:extLst>
          </p:cNvPr>
          <p:cNvCxnSpPr>
            <a:cxnSpLocks/>
          </p:cNvCxnSpPr>
          <p:nvPr/>
        </p:nvCxnSpPr>
        <p:spPr>
          <a:xfrm flipV="1">
            <a:off x="188539" y="3554775"/>
            <a:ext cx="1841175" cy="7305"/>
          </a:xfrm>
          <a:prstGeom prst="line">
            <a:avLst/>
          </a:prstGeom>
          <a:ln w="28575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AF0037-3A91-1D1E-69A4-4D597E215705}"/>
              </a:ext>
            </a:extLst>
          </p:cNvPr>
          <p:cNvCxnSpPr>
            <a:cxnSpLocks/>
          </p:cNvCxnSpPr>
          <p:nvPr/>
        </p:nvCxnSpPr>
        <p:spPr>
          <a:xfrm flipV="1">
            <a:off x="2048721" y="3541341"/>
            <a:ext cx="0" cy="148538"/>
          </a:xfrm>
          <a:prstGeom prst="line">
            <a:avLst/>
          </a:prstGeom>
          <a:ln w="38100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40879B-364B-EE4B-E92D-3B0C6F0D06C9}"/>
              </a:ext>
            </a:extLst>
          </p:cNvPr>
          <p:cNvCxnSpPr>
            <a:cxnSpLocks/>
          </p:cNvCxnSpPr>
          <p:nvPr/>
        </p:nvCxnSpPr>
        <p:spPr>
          <a:xfrm flipH="1" flipV="1">
            <a:off x="188539" y="1837569"/>
            <a:ext cx="16473" cy="1724511"/>
          </a:xfrm>
          <a:prstGeom prst="line">
            <a:avLst/>
          </a:prstGeom>
          <a:ln w="38100">
            <a:solidFill>
              <a:srgbClr val="0071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33D5CA1-D61E-AEBD-4599-68EAB2909BD3}"/>
              </a:ext>
            </a:extLst>
          </p:cNvPr>
          <p:cNvCxnSpPr>
            <a:cxnSpLocks/>
          </p:cNvCxnSpPr>
          <p:nvPr/>
        </p:nvCxnSpPr>
        <p:spPr>
          <a:xfrm>
            <a:off x="192373" y="1842959"/>
            <a:ext cx="241492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F76A2861-C3C1-112E-3121-F310C246BD1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1700" t="81154" r="71914" b="11382"/>
          <a:stretch/>
        </p:blipFill>
        <p:spPr>
          <a:xfrm>
            <a:off x="8200502" y="3621951"/>
            <a:ext cx="298526" cy="30737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9490A40-B5AD-2376-D1B7-31D791E68A51}"/>
              </a:ext>
            </a:extLst>
          </p:cNvPr>
          <p:cNvSpPr txBox="1"/>
          <p:nvPr/>
        </p:nvSpPr>
        <p:spPr>
          <a:xfrm>
            <a:off x="7887490" y="3426872"/>
            <a:ext cx="8579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L2-CN (3 Pin)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C555ED-DE59-2410-A23D-15B29E952509}"/>
              </a:ext>
            </a:extLst>
          </p:cNvPr>
          <p:cNvSpPr txBox="1"/>
          <p:nvPr/>
        </p:nvSpPr>
        <p:spPr>
          <a:xfrm>
            <a:off x="7943964" y="3877228"/>
            <a:ext cx="1084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BK( Light ON)</a:t>
            </a:r>
          </a:p>
          <a:p>
            <a:r>
              <a:rPr lang="en-IN" sz="1000" dirty="0"/>
              <a:t>3 : BL (0V)</a:t>
            </a:r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C3749CC8-3333-E0F4-9992-E153ABF35114}"/>
              </a:ext>
            </a:extLst>
          </p:cNvPr>
          <p:cNvCxnSpPr>
            <a:cxnSpLocks/>
            <a:stCxn id="2" idx="0"/>
          </p:cNvCxnSpPr>
          <p:nvPr/>
        </p:nvCxnSpPr>
        <p:spPr>
          <a:xfrm rot="16200000" flipH="1">
            <a:off x="2503437" y="-697762"/>
            <a:ext cx="1757500" cy="5812005"/>
          </a:xfrm>
          <a:prstGeom prst="bentConnector4">
            <a:avLst>
              <a:gd name="adj1" fmla="val -61033"/>
              <a:gd name="adj2" fmla="val 100106"/>
            </a:avLst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ight Brace 114">
            <a:extLst>
              <a:ext uri="{FF2B5EF4-FFF2-40B4-BE49-F238E27FC236}">
                <a16:creationId xmlns:a16="http://schemas.microsoft.com/office/drawing/2014/main" id="{1C8BBAFA-95A4-1D72-EC54-583FA1610B26}"/>
              </a:ext>
            </a:extLst>
          </p:cNvPr>
          <p:cNvSpPr/>
          <p:nvPr/>
        </p:nvSpPr>
        <p:spPr>
          <a:xfrm rot="5400000">
            <a:off x="7764623" y="3906115"/>
            <a:ext cx="221595" cy="17399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737F638-6E24-D945-1BC3-5E874BC5B650}"/>
              </a:ext>
            </a:extLst>
          </p:cNvPr>
          <p:cNvSpPr txBox="1"/>
          <p:nvPr/>
        </p:nvSpPr>
        <p:spPr>
          <a:xfrm>
            <a:off x="6985048" y="4919115"/>
            <a:ext cx="1888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b="1" dirty="0"/>
              <a:t>Same Wiring for both connector</a:t>
            </a:r>
          </a:p>
          <a:p>
            <a:pPr algn="ctr"/>
            <a:r>
              <a:rPr lang="en-IN" sz="1000" b="1" dirty="0"/>
              <a:t>(Black wire to be shorted)</a:t>
            </a:r>
          </a:p>
        </p:txBody>
      </p:sp>
    </p:spTree>
    <p:extLst>
      <p:ext uri="{BB962C8B-B14F-4D97-AF65-F5344CB8AC3E}">
        <p14:creationId xmlns:p14="http://schemas.microsoft.com/office/powerpoint/2010/main" val="11727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836D50-2193-1DAE-2E14-7207089E8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73" b="94533" l="9561" r="95349">
                        <a14:foregroundMark x1="33592" y1="8200" x2="69509" y2="69704"/>
                        <a14:foregroundMark x1="69509" y1="69704" x2="68475" y2="79954"/>
                        <a14:foregroundMark x1="14165" y1="25200" x2="12403" y2="20046"/>
                        <a14:foregroundMark x1="35142" y1="86560" x2="16039" y2="30680"/>
                        <a14:foregroundMark x1="20155" y1="16856" x2="12403" y2="19134"/>
                        <a14:foregroundMark x1="10078" y1="21185" x2="8269" y2="34624"/>
                        <a14:foregroundMark x1="8269" y1="34624" x2="11370" y2="71754"/>
                        <a14:foregroundMark x1="11370" y1="71754" x2="8269" y2="89977"/>
                        <a14:foregroundMark x1="8269" y1="89977" x2="67183" y2="94077"/>
                        <a14:foregroundMark x1="67183" y1="94077" x2="86563" y2="94077"/>
                        <a14:foregroundMark x1="88559" y1="91375" x2="93798" y2="84282"/>
                        <a14:foregroundMark x1="86563" y1="94077" x2="88187" y2="91879"/>
                        <a14:foregroundMark x1="93798" y1="84282" x2="95607" y2="33485"/>
                        <a14:foregroundMark x1="95607" y1="33485" x2="89147" y2="21640"/>
                        <a14:foregroundMark x1="89147" y1="21640" x2="84238" y2="17540"/>
                        <a14:foregroundMark x1="40827" y1="88155" x2="81601" y2="88537"/>
                        <a14:foregroundMark x1="87714" y1="82162" x2="87080" y2="34852"/>
                        <a14:foregroundMark x1="87855" y1="92711" x2="87844" y2="91879"/>
                        <a14:foregroundMark x1="31783" y1="94305" x2="48062" y2="94533"/>
                        <a14:foregroundMark x1="65633" y1="70843" x2="46253" y2="56720"/>
                        <a14:foregroundMark x1="46253" y1="56720" x2="33592" y2="38952"/>
                        <a14:foregroundMark x1="33592" y1="38952" x2="34367" y2="37358"/>
                        <a14:foregroundMark x1="78036" y1="36446" x2="49096" y2="10706"/>
                        <a14:backgroundMark x1="18088" y1="27107" x2="18088" y2="27107"/>
                        <a14:backgroundMark x1="17571" y1="27563" x2="18863" y2="26196"/>
                        <a14:backgroundMark x1="16021" y1="27790" x2="13953" y2="27563"/>
                        <a14:backgroundMark x1="14470" y1="27563" x2="14987" y2="25513"/>
                        <a14:backgroundMark x1="14987" y1="25057" x2="15762" y2="28474"/>
                        <a14:backgroundMark x1="16021" y1="28929" x2="14470" y2="24601"/>
                        <a14:backgroundMark x1="84238" y1="85421" x2="83721" y2="83599"/>
                        <a14:backgroundMark x1="87080" y1="84282" x2="83979" y2="89294"/>
                        <a14:backgroundMark x1="85788" y1="84282" x2="88889" y2="85194"/>
                        <a14:backgroundMark x1="86563" y1="88610" x2="81654" y2="886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2084" y="2020316"/>
            <a:ext cx="736888" cy="835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BB531D-0DB3-427D-366A-F0CA8FE956EC}"/>
              </a:ext>
            </a:extLst>
          </p:cNvPr>
          <p:cNvSpPr txBox="1"/>
          <p:nvPr/>
        </p:nvSpPr>
        <p:spPr>
          <a:xfrm>
            <a:off x="368562" y="1667861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C1-CN (12 Pin)</a:t>
            </a:r>
          </a:p>
          <a:p>
            <a:r>
              <a:rPr lang="en-IN" sz="1000" dirty="0"/>
              <a:t>Female- Panel Side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A3198E-55A4-3678-6859-36E82B28C170}"/>
              </a:ext>
            </a:extLst>
          </p:cNvPr>
          <p:cNvSpPr txBox="1"/>
          <p:nvPr/>
        </p:nvSpPr>
        <p:spPr>
          <a:xfrm>
            <a:off x="2722479" y="3008618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WH (0V)</a:t>
            </a:r>
          </a:p>
          <a:p>
            <a:r>
              <a:rPr lang="en-IN" sz="1000" dirty="0"/>
              <a:t>2 : GN ( 24V)</a:t>
            </a:r>
          </a:p>
          <a:p>
            <a:endParaRPr lang="en-IN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91F72C-E906-DF00-5059-1A5B06A9B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747122" y="2109702"/>
            <a:ext cx="1172377" cy="657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FDD60F-6B6B-2091-6804-F20AA314F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649925" y="3223601"/>
            <a:ext cx="495834" cy="277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D8D55F-F338-3A70-61BE-A4B1F790B674}"/>
              </a:ext>
            </a:extLst>
          </p:cNvPr>
          <p:cNvSpPr txBox="1"/>
          <p:nvPr/>
        </p:nvSpPr>
        <p:spPr>
          <a:xfrm>
            <a:off x="4418777" y="2049944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Hirose Cable</a:t>
            </a:r>
          </a:p>
          <a:p>
            <a:r>
              <a:rPr lang="en-IN" sz="1000" dirty="0"/>
              <a:t>Camera Power &amp; IO cable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89A8E5-A255-7461-2678-4C0005C81B7D}"/>
              </a:ext>
            </a:extLst>
          </p:cNvPr>
          <p:cNvSpPr txBox="1"/>
          <p:nvPr/>
        </p:nvSpPr>
        <p:spPr>
          <a:xfrm>
            <a:off x="474556" y="3008618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WH (0V)</a:t>
            </a:r>
          </a:p>
          <a:p>
            <a:r>
              <a:rPr lang="en-IN" sz="1000" dirty="0"/>
              <a:t>2 : GN ( 24V)</a:t>
            </a:r>
          </a:p>
          <a:p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730E18-B68A-479D-BB02-2E4BF7A413DB}"/>
              </a:ext>
            </a:extLst>
          </p:cNvPr>
          <p:cNvSpPr txBox="1"/>
          <p:nvPr/>
        </p:nvSpPr>
        <p:spPr>
          <a:xfrm>
            <a:off x="2666130" y="1668399"/>
            <a:ext cx="1143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C1-CN (12 Pin)</a:t>
            </a:r>
          </a:p>
          <a:p>
            <a:r>
              <a:rPr lang="en-IN" sz="1000" dirty="0"/>
              <a:t>Male- Camera End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27FF4E-0D33-0AC4-C6FA-7C77B7B82F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10" t="9408" r="25822" b="29545"/>
          <a:stretch/>
        </p:blipFill>
        <p:spPr>
          <a:xfrm>
            <a:off x="6917718" y="1673423"/>
            <a:ext cx="1384894" cy="1335195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214F08D-9DDD-A21C-DC05-3762B728B1F2}"/>
              </a:ext>
            </a:extLst>
          </p:cNvPr>
          <p:cNvCxnSpPr>
            <a:cxnSpLocks/>
          </p:cNvCxnSpPr>
          <p:nvPr/>
        </p:nvCxnSpPr>
        <p:spPr>
          <a:xfrm>
            <a:off x="3928715" y="2470699"/>
            <a:ext cx="3978343" cy="1172212"/>
          </a:xfrm>
          <a:prstGeom prst="bentConnector4">
            <a:avLst>
              <a:gd name="adj1" fmla="val 69868"/>
              <a:gd name="adj2" fmla="val 119502"/>
            </a:avLst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29008E7-07E3-341A-0AFB-B5E012798A4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267" t="65618" r="63422" b="25004"/>
          <a:stretch/>
        </p:blipFill>
        <p:spPr>
          <a:xfrm>
            <a:off x="8885412" y="634773"/>
            <a:ext cx="474345" cy="620905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931E740-4B6C-3ED8-07E0-CBDB711092F8}"/>
              </a:ext>
            </a:extLst>
          </p:cNvPr>
          <p:cNvCxnSpPr>
            <a:cxnSpLocks/>
            <a:stCxn id="17" idx="0"/>
            <a:endCxn id="21" idx="1"/>
          </p:cNvCxnSpPr>
          <p:nvPr/>
        </p:nvCxnSpPr>
        <p:spPr>
          <a:xfrm rot="5400000" flipH="1" flipV="1">
            <a:off x="7883690" y="671702"/>
            <a:ext cx="728197" cy="1275247"/>
          </a:xfrm>
          <a:prstGeom prst="bentConnector2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D8E09A8-D742-CD30-F27C-D5580F0FBEA1}"/>
              </a:ext>
            </a:extLst>
          </p:cNvPr>
          <p:cNvSpPr txBox="1"/>
          <p:nvPr/>
        </p:nvSpPr>
        <p:spPr>
          <a:xfrm>
            <a:off x="8856325" y="217027"/>
            <a:ext cx="159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E1-CN</a:t>
            </a:r>
          </a:p>
          <a:p>
            <a:r>
              <a:rPr lang="en-IN" sz="1000" dirty="0"/>
              <a:t> (RJ45 – Female Panel Side)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D9655-095D-CA17-C1AF-43DB2832ED07}"/>
              </a:ext>
            </a:extLst>
          </p:cNvPr>
          <p:cNvSpPr txBox="1"/>
          <p:nvPr/>
        </p:nvSpPr>
        <p:spPr>
          <a:xfrm>
            <a:off x="7549582" y="574031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Ethernet Cable</a:t>
            </a:r>
          </a:p>
          <a:p>
            <a:r>
              <a:rPr lang="en-IN" sz="1000" dirty="0"/>
              <a:t>Male to Male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692FA6-5EEE-6A18-99A0-FF6F0975A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73" b="94533" l="9561" r="95349">
                        <a14:foregroundMark x1="33592" y1="8200" x2="69509" y2="69704"/>
                        <a14:foregroundMark x1="69509" y1="69704" x2="68475" y2="79954"/>
                        <a14:foregroundMark x1="14165" y1="25200" x2="12403" y2="20046"/>
                        <a14:foregroundMark x1="35142" y1="86560" x2="16039" y2="30680"/>
                        <a14:foregroundMark x1="20155" y1="16856" x2="12403" y2="19134"/>
                        <a14:foregroundMark x1="10078" y1="21185" x2="8269" y2="34624"/>
                        <a14:foregroundMark x1="8269" y1="34624" x2="11370" y2="71754"/>
                        <a14:foregroundMark x1="11370" y1="71754" x2="8269" y2="89977"/>
                        <a14:foregroundMark x1="8269" y1="89977" x2="67183" y2="94077"/>
                        <a14:foregroundMark x1="67183" y1="94077" x2="86563" y2="94077"/>
                        <a14:foregroundMark x1="88559" y1="91375" x2="93798" y2="84282"/>
                        <a14:foregroundMark x1="86563" y1="94077" x2="88187" y2="91879"/>
                        <a14:foregroundMark x1="93798" y1="84282" x2="95607" y2="33485"/>
                        <a14:foregroundMark x1="95607" y1="33485" x2="89147" y2="21640"/>
                        <a14:foregroundMark x1="89147" y1="21640" x2="84238" y2="17540"/>
                        <a14:foregroundMark x1="40827" y1="88155" x2="81601" y2="88537"/>
                        <a14:foregroundMark x1="87714" y1="82162" x2="87080" y2="34852"/>
                        <a14:foregroundMark x1="87855" y1="92711" x2="87844" y2="91879"/>
                        <a14:foregroundMark x1="31783" y1="94305" x2="48062" y2="94533"/>
                        <a14:foregroundMark x1="65633" y1="70843" x2="46253" y2="56720"/>
                        <a14:foregroundMark x1="46253" y1="56720" x2="33592" y2="38952"/>
                        <a14:foregroundMark x1="33592" y1="38952" x2="34367" y2="37358"/>
                        <a14:foregroundMark x1="78036" y1="36446" x2="49096" y2="10706"/>
                        <a14:backgroundMark x1="18088" y1="27107" x2="18088" y2="27107"/>
                        <a14:backgroundMark x1="17571" y1="27563" x2="18863" y2="26196"/>
                        <a14:backgroundMark x1="16021" y1="27790" x2="13953" y2="27563"/>
                        <a14:backgroundMark x1="14470" y1="27563" x2="14987" y2="25513"/>
                        <a14:backgroundMark x1="14987" y1="25057" x2="15762" y2="28474"/>
                        <a14:backgroundMark x1="16021" y1="28929" x2="14470" y2="24601"/>
                        <a14:backgroundMark x1="84238" y1="85421" x2="83721" y2="83599"/>
                        <a14:backgroundMark x1="87080" y1="84282" x2="83979" y2="89294"/>
                        <a14:backgroundMark x1="85788" y1="84282" x2="88889" y2="85194"/>
                        <a14:backgroundMark x1="86563" y1="88610" x2="81654" y2="886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4248" y="4693413"/>
            <a:ext cx="736888" cy="8359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5BB3DC1-4742-8C37-12D2-DE4BF1742F3F}"/>
              </a:ext>
            </a:extLst>
          </p:cNvPr>
          <p:cNvSpPr txBox="1"/>
          <p:nvPr/>
        </p:nvSpPr>
        <p:spPr>
          <a:xfrm>
            <a:off x="450726" y="4340958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C2-CN (12 Pin)</a:t>
            </a:r>
          </a:p>
          <a:p>
            <a:r>
              <a:rPr lang="en-IN" sz="1000" dirty="0"/>
              <a:t>Female- Panel Side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99A801-8228-0242-2773-2C9AAB1DDEE8}"/>
              </a:ext>
            </a:extLst>
          </p:cNvPr>
          <p:cNvSpPr txBox="1"/>
          <p:nvPr/>
        </p:nvSpPr>
        <p:spPr>
          <a:xfrm>
            <a:off x="2804643" y="5681715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WH (0V)</a:t>
            </a:r>
          </a:p>
          <a:p>
            <a:r>
              <a:rPr lang="en-IN" sz="1000" dirty="0"/>
              <a:t>2 : GN ( 24V)</a:t>
            </a:r>
          </a:p>
          <a:p>
            <a:endParaRPr lang="en-IN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D093AAE-B91E-ECE6-1EF9-895BCBBF4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829286" y="4782799"/>
            <a:ext cx="1172377" cy="65712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EF0EC12-D357-F10A-2420-6CFE4C794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732089" y="5896698"/>
            <a:ext cx="495834" cy="2779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53C7040-80A5-FEC1-6753-03384142FAB1}"/>
              </a:ext>
            </a:extLst>
          </p:cNvPr>
          <p:cNvSpPr txBox="1"/>
          <p:nvPr/>
        </p:nvSpPr>
        <p:spPr>
          <a:xfrm>
            <a:off x="4500941" y="4723041"/>
            <a:ext cx="151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Hirose Cable</a:t>
            </a:r>
          </a:p>
          <a:p>
            <a:r>
              <a:rPr lang="en-IN" sz="1000" dirty="0"/>
              <a:t>Camera Power &amp; IO cable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990307-2BA4-1996-10B4-96D254106FC1}"/>
              </a:ext>
            </a:extLst>
          </p:cNvPr>
          <p:cNvSpPr txBox="1"/>
          <p:nvPr/>
        </p:nvSpPr>
        <p:spPr>
          <a:xfrm>
            <a:off x="556720" y="5681715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WH (0V)</a:t>
            </a:r>
          </a:p>
          <a:p>
            <a:r>
              <a:rPr lang="en-IN" sz="1000" dirty="0"/>
              <a:t>2 : GN ( 24V)</a:t>
            </a:r>
          </a:p>
          <a:p>
            <a:endParaRPr lang="en-IN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529A58-B258-7875-8535-9752328BF283}"/>
              </a:ext>
            </a:extLst>
          </p:cNvPr>
          <p:cNvSpPr txBox="1"/>
          <p:nvPr/>
        </p:nvSpPr>
        <p:spPr>
          <a:xfrm>
            <a:off x="2748294" y="4341496"/>
            <a:ext cx="1143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C2-CN (12 Pin)</a:t>
            </a:r>
          </a:p>
          <a:p>
            <a:r>
              <a:rPr lang="en-IN" sz="1000" dirty="0"/>
              <a:t>Male- Camera End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58FF546-AB57-C30B-368C-357E6F0E253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310" t="9408" r="25822" b="29545"/>
          <a:stretch/>
        </p:blipFill>
        <p:spPr>
          <a:xfrm>
            <a:off x="6999882" y="4346520"/>
            <a:ext cx="1384894" cy="1335195"/>
          </a:xfrm>
          <a:prstGeom prst="rect">
            <a:avLst/>
          </a:prstGeom>
        </p:spPr>
      </p:pic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0A84721-780D-7220-3F8B-CB1611348557}"/>
              </a:ext>
            </a:extLst>
          </p:cNvPr>
          <p:cNvCxnSpPr>
            <a:cxnSpLocks/>
          </p:cNvCxnSpPr>
          <p:nvPr/>
        </p:nvCxnSpPr>
        <p:spPr>
          <a:xfrm>
            <a:off x="4010879" y="5143796"/>
            <a:ext cx="3978343" cy="1172212"/>
          </a:xfrm>
          <a:prstGeom prst="bentConnector4">
            <a:avLst>
              <a:gd name="adj1" fmla="val 69868"/>
              <a:gd name="adj2" fmla="val 119502"/>
            </a:avLst>
          </a:prstGeom>
          <a:ln w="762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1756E949-2921-7429-CA42-CEBF55FFCE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267" t="65618" r="63422" b="25004"/>
          <a:stretch/>
        </p:blipFill>
        <p:spPr>
          <a:xfrm>
            <a:off x="9500573" y="3720053"/>
            <a:ext cx="474345" cy="620905"/>
          </a:xfrm>
          <a:prstGeom prst="rect">
            <a:avLst/>
          </a:prstGeom>
        </p:spPr>
      </p:pic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0E6DD87-7F1A-3B62-C673-08B835755206}"/>
              </a:ext>
            </a:extLst>
          </p:cNvPr>
          <p:cNvCxnSpPr>
            <a:cxnSpLocks/>
            <a:stCxn id="36" idx="0"/>
            <a:endCxn id="38" idx="1"/>
          </p:cNvCxnSpPr>
          <p:nvPr/>
        </p:nvCxnSpPr>
        <p:spPr>
          <a:xfrm rot="5400000" flipH="1" flipV="1">
            <a:off x="8438444" y="3284391"/>
            <a:ext cx="316014" cy="1808244"/>
          </a:xfrm>
          <a:prstGeom prst="bentConnector2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CFB04A4-7E1B-45F8-06F0-1CC1285E1B73}"/>
              </a:ext>
            </a:extLst>
          </p:cNvPr>
          <p:cNvSpPr txBox="1"/>
          <p:nvPr/>
        </p:nvSpPr>
        <p:spPr>
          <a:xfrm>
            <a:off x="9256556" y="3302111"/>
            <a:ext cx="15985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E2-CN</a:t>
            </a:r>
          </a:p>
          <a:p>
            <a:r>
              <a:rPr lang="en-IN" sz="1000" dirty="0"/>
              <a:t> (RJ45 – Female Panel Side)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722B7B-B958-D28E-F58B-3A42EFC826CD}"/>
              </a:ext>
            </a:extLst>
          </p:cNvPr>
          <p:cNvSpPr txBox="1"/>
          <p:nvPr/>
        </p:nvSpPr>
        <p:spPr>
          <a:xfrm>
            <a:off x="8376065" y="3666309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Ethernet Cable</a:t>
            </a:r>
          </a:p>
          <a:p>
            <a:r>
              <a:rPr lang="en-IN" sz="1000" dirty="0"/>
              <a:t>Male to Male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509CB2-3232-ACE3-5855-EEE3104FF551}"/>
              </a:ext>
            </a:extLst>
          </p:cNvPr>
          <p:cNvSpPr txBox="1"/>
          <p:nvPr/>
        </p:nvSpPr>
        <p:spPr>
          <a:xfrm>
            <a:off x="8310730" y="1782629"/>
            <a:ext cx="785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Cam1</a:t>
            </a:r>
          </a:p>
          <a:p>
            <a:r>
              <a:rPr lang="en-IN" sz="1000" b="1" dirty="0"/>
              <a:t>exo183CGE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026CA6-B58E-6BED-48E9-8948F5C33786}"/>
              </a:ext>
            </a:extLst>
          </p:cNvPr>
          <p:cNvSpPr txBox="1"/>
          <p:nvPr/>
        </p:nvSpPr>
        <p:spPr>
          <a:xfrm>
            <a:off x="8386514" y="4473060"/>
            <a:ext cx="7857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Cam2</a:t>
            </a:r>
          </a:p>
          <a:p>
            <a:r>
              <a:rPr lang="en-IN" sz="1000" b="1" dirty="0"/>
              <a:t>exo183CGE</a:t>
            </a:r>
          </a:p>
          <a:p>
            <a:endParaRPr lang="en-IN" sz="1000" dirty="0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B14784F4-02A5-FAAC-5A17-FCEA5E3C014D}"/>
              </a:ext>
            </a:extLst>
          </p:cNvPr>
          <p:cNvSpPr txBox="1">
            <a:spLocks/>
          </p:cNvSpPr>
          <p:nvPr/>
        </p:nvSpPr>
        <p:spPr>
          <a:xfrm>
            <a:off x="2346356" y="17788"/>
            <a:ext cx="4727323" cy="6786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Camera Field Wiring Details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76EDC77-A2E9-B940-FF25-5D4992A5F9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6451" y="5503817"/>
            <a:ext cx="3445831" cy="116307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6184D7E-790F-6A1F-E766-EA9DFBEAE5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894" y="3058979"/>
            <a:ext cx="495836" cy="49583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50756EE-20DF-A732-9929-FBD12807E6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894" y="5682644"/>
            <a:ext cx="495836" cy="49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1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BB531D-0DB3-427D-366A-F0CA8FE956EC}"/>
              </a:ext>
            </a:extLst>
          </p:cNvPr>
          <p:cNvSpPr txBox="1"/>
          <p:nvPr/>
        </p:nvSpPr>
        <p:spPr>
          <a:xfrm>
            <a:off x="2276863" y="2164443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S1-CN (4 Pin)</a:t>
            </a:r>
          </a:p>
          <a:p>
            <a:r>
              <a:rPr lang="en-IN" sz="1000" dirty="0"/>
              <a:t>Female- Panel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91F72C-E906-DF00-5059-1A5B06A9B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4642037" y="2718487"/>
            <a:ext cx="1172377" cy="6571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D8D55F-F338-3A70-61BE-A4B1F790B674}"/>
              </a:ext>
            </a:extLst>
          </p:cNvPr>
          <p:cNvSpPr txBox="1"/>
          <p:nvPr/>
        </p:nvSpPr>
        <p:spPr>
          <a:xfrm>
            <a:off x="6319640" y="2625278"/>
            <a:ext cx="886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Sensor Cable</a:t>
            </a:r>
          </a:p>
          <a:p>
            <a:r>
              <a:rPr lang="en-IN" sz="1000" dirty="0"/>
              <a:t>Black , 4 Core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89A8E5-A255-7461-2678-4C0005C81B7D}"/>
              </a:ext>
            </a:extLst>
          </p:cNvPr>
          <p:cNvSpPr txBox="1"/>
          <p:nvPr/>
        </p:nvSpPr>
        <p:spPr>
          <a:xfrm>
            <a:off x="2347109" y="3383704"/>
            <a:ext cx="1696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NC</a:t>
            </a:r>
          </a:p>
          <a:p>
            <a:r>
              <a:rPr lang="en-IN" sz="1000" dirty="0"/>
              <a:t>3 : BL ( 0V)</a:t>
            </a:r>
          </a:p>
          <a:p>
            <a:r>
              <a:rPr lang="en-IN" sz="1000" dirty="0"/>
              <a:t>4 : BK ( Sensor Signal) </a:t>
            </a:r>
          </a:p>
          <a:p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730E18-B68A-479D-BB02-2E4BF7A413DB}"/>
              </a:ext>
            </a:extLst>
          </p:cNvPr>
          <p:cNvSpPr txBox="1"/>
          <p:nvPr/>
        </p:nvSpPr>
        <p:spPr>
          <a:xfrm>
            <a:off x="4574431" y="2164981"/>
            <a:ext cx="1093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S1-CN (4 Pin)</a:t>
            </a:r>
          </a:p>
          <a:p>
            <a:r>
              <a:rPr lang="en-IN" sz="1000" dirty="0"/>
              <a:t>Male- Sensor End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509CB2-3232-ACE3-5855-EEE3104FF551}"/>
              </a:ext>
            </a:extLst>
          </p:cNvPr>
          <p:cNvSpPr txBox="1"/>
          <p:nvPr/>
        </p:nvSpPr>
        <p:spPr>
          <a:xfrm>
            <a:off x="9524185" y="2870165"/>
            <a:ext cx="63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Sensor 1</a:t>
            </a:r>
          </a:p>
          <a:p>
            <a:endParaRPr lang="en-IN" sz="1000" dirty="0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B14784F4-02A5-FAAC-5A17-FCEA5E3C014D}"/>
              </a:ext>
            </a:extLst>
          </p:cNvPr>
          <p:cNvSpPr txBox="1">
            <a:spLocks/>
          </p:cNvSpPr>
          <p:nvPr/>
        </p:nvSpPr>
        <p:spPr>
          <a:xfrm>
            <a:off x="3828464" y="289700"/>
            <a:ext cx="6327625" cy="40011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Sensor Field Wiring Details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A79D7-FED9-DB16-D053-F0B0EE9DB0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977" t="55561" r="67648" b="37123"/>
          <a:stretch/>
        </p:blipFill>
        <p:spPr>
          <a:xfrm>
            <a:off x="2411947" y="2676527"/>
            <a:ext cx="744365" cy="7524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3BA52-4C67-190B-C987-92266F3AF6BB}"/>
              </a:ext>
            </a:extLst>
          </p:cNvPr>
          <p:cNvSpPr txBox="1"/>
          <p:nvPr/>
        </p:nvSpPr>
        <p:spPr>
          <a:xfrm>
            <a:off x="4507284" y="3383703"/>
            <a:ext cx="16962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NC</a:t>
            </a:r>
          </a:p>
          <a:p>
            <a:r>
              <a:rPr lang="en-IN" sz="1000" dirty="0"/>
              <a:t>3 : BL ( 0V)</a:t>
            </a:r>
          </a:p>
          <a:p>
            <a:r>
              <a:rPr lang="en-IN" sz="1000" dirty="0"/>
              <a:t>4 : BK ( Sensor Signal) </a:t>
            </a:r>
          </a:p>
          <a:p>
            <a:endParaRPr lang="en-IN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A4C730-639C-6A26-A1E9-2FD599897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641780">
            <a:off x="8008409" y="2669889"/>
            <a:ext cx="1572670" cy="710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732702-C757-92A7-20F7-6059CF7F8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076" y="3619419"/>
            <a:ext cx="517105" cy="53699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C3A960-6894-FC89-43A9-7B3170F7E3DA}"/>
              </a:ext>
            </a:extLst>
          </p:cNvPr>
          <p:cNvCxnSpPr>
            <a:stCxn id="8" idx="1"/>
          </p:cNvCxnSpPr>
          <p:nvPr/>
        </p:nvCxnSpPr>
        <p:spPr>
          <a:xfrm>
            <a:off x="5814414" y="3047051"/>
            <a:ext cx="2486141" cy="1"/>
          </a:xfrm>
          <a:prstGeom prst="line">
            <a:avLst/>
          </a:prstGeom>
          <a:ln w="762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03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ubtitle 2">
            <a:extLst>
              <a:ext uri="{FF2B5EF4-FFF2-40B4-BE49-F238E27FC236}">
                <a16:creationId xmlns:a16="http://schemas.microsoft.com/office/drawing/2014/main" id="{B14784F4-02A5-FAAC-5A17-FCEA5E3C014D}"/>
              </a:ext>
            </a:extLst>
          </p:cNvPr>
          <p:cNvSpPr txBox="1">
            <a:spLocks/>
          </p:cNvSpPr>
          <p:nvPr/>
        </p:nvSpPr>
        <p:spPr>
          <a:xfrm>
            <a:off x="2411947" y="38491"/>
            <a:ext cx="6327625" cy="40011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Light Field Wiring Details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3BCF2A-2722-B0FE-2561-78405840A0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40" t="81201" r="71876" b="11530"/>
          <a:stretch/>
        </p:blipFill>
        <p:spPr>
          <a:xfrm>
            <a:off x="1089643" y="1277653"/>
            <a:ext cx="744365" cy="7465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F13EB4-64AF-3EE7-AC6B-FC36B7D68128}"/>
              </a:ext>
            </a:extLst>
          </p:cNvPr>
          <p:cNvSpPr txBox="1"/>
          <p:nvPr/>
        </p:nvSpPr>
        <p:spPr>
          <a:xfrm>
            <a:off x="978059" y="844252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L1-CN (3 Pin)</a:t>
            </a:r>
          </a:p>
          <a:p>
            <a:r>
              <a:rPr lang="en-IN" sz="1000" dirty="0"/>
              <a:t>Female- Panel Side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140FCE-570C-32AD-0D3A-E77CA79F0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343233" y="1398296"/>
            <a:ext cx="1172377" cy="6571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DD4108B-5729-F942-B23F-0A60FBB41847}"/>
              </a:ext>
            </a:extLst>
          </p:cNvPr>
          <p:cNvSpPr txBox="1"/>
          <p:nvPr/>
        </p:nvSpPr>
        <p:spPr>
          <a:xfrm>
            <a:off x="5109825" y="1164153"/>
            <a:ext cx="1661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effectLst/>
                <a:latin typeface="Arial" panose="020B0604020202020204" pitchFamily="34" charset="0"/>
              </a:rPr>
              <a:t>5PM12-10</a:t>
            </a:r>
            <a:endParaRPr lang="en-IN" sz="1000" dirty="0"/>
          </a:p>
          <a:p>
            <a:r>
              <a:rPr lang="en-IN" sz="1000" dirty="0"/>
              <a:t>Standard 5 Core, 5 Pin Cable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314145-E9C8-F400-60F8-F9B5084456D9}"/>
              </a:ext>
            </a:extLst>
          </p:cNvPr>
          <p:cNvSpPr txBox="1"/>
          <p:nvPr/>
        </p:nvSpPr>
        <p:spPr>
          <a:xfrm>
            <a:off x="1024806" y="2033987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 ( Light ON)</a:t>
            </a:r>
          </a:p>
          <a:p>
            <a:r>
              <a:rPr lang="en-IN" sz="1000" dirty="0"/>
              <a:t>3 : BL ( 0V)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91018B-A74E-AF76-0329-E4B2B30E142E}"/>
              </a:ext>
            </a:extLst>
          </p:cNvPr>
          <p:cNvSpPr txBox="1"/>
          <p:nvPr/>
        </p:nvSpPr>
        <p:spPr>
          <a:xfrm>
            <a:off x="3275627" y="844790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L1-CN (3 Pin)</a:t>
            </a:r>
          </a:p>
          <a:p>
            <a:r>
              <a:rPr lang="en-IN" sz="1000" dirty="0"/>
              <a:t>Male- Light End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6B2402-1BC6-906D-72F9-B0F8FC6BA7A8}"/>
              </a:ext>
            </a:extLst>
          </p:cNvPr>
          <p:cNvSpPr txBox="1"/>
          <p:nvPr/>
        </p:nvSpPr>
        <p:spPr>
          <a:xfrm>
            <a:off x="6770857" y="1880098"/>
            <a:ext cx="16962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NPN ( Not Used)</a:t>
            </a:r>
          </a:p>
          <a:p>
            <a:r>
              <a:rPr lang="en-IN" sz="1000" dirty="0"/>
              <a:t>3 : BL ( 0V)</a:t>
            </a:r>
          </a:p>
          <a:p>
            <a:r>
              <a:rPr lang="en-IN" sz="1000" dirty="0"/>
              <a:t>4 : BK ( PNP / Light ON) </a:t>
            </a:r>
          </a:p>
          <a:p>
            <a:r>
              <a:rPr lang="en-IN" sz="1000" dirty="0"/>
              <a:t>5 : GY ( Not Used)</a:t>
            </a:r>
          </a:p>
          <a:p>
            <a:endParaRPr lang="en-IN" sz="100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6D0DB8C-F955-AA6B-762C-22A7C466BBD7}"/>
              </a:ext>
            </a:extLst>
          </p:cNvPr>
          <p:cNvCxnSpPr>
            <a:stCxn id="23" idx="1"/>
          </p:cNvCxnSpPr>
          <p:nvPr/>
        </p:nvCxnSpPr>
        <p:spPr>
          <a:xfrm>
            <a:off x="4515610" y="1726860"/>
            <a:ext cx="2486141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AFA1F98-CEB3-C09D-4EFD-3743CE35AE97}"/>
              </a:ext>
            </a:extLst>
          </p:cNvPr>
          <p:cNvSpPr txBox="1"/>
          <p:nvPr/>
        </p:nvSpPr>
        <p:spPr>
          <a:xfrm>
            <a:off x="3275627" y="2001651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 ( Light ON)</a:t>
            </a:r>
          </a:p>
          <a:p>
            <a:r>
              <a:rPr lang="en-IN" sz="1000" dirty="0"/>
              <a:t>3 : BL ( 0V)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9453A-F85C-FA26-2F55-2AC98DDC0ED7}"/>
              </a:ext>
            </a:extLst>
          </p:cNvPr>
          <p:cNvSpPr txBox="1"/>
          <p:nvPr/>
        </p:nvSpPr>
        <p:spPr>
          <a:xfrm>
            <a:off x="4498399" y="1519152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Free Lead End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48D5B0C-4824-CC40-EEFF-8D1C281C7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197" y="2087129"/>
            <a:ext cx="517106" cy="53649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C5B3F5A9-0DCB-125B-80C3-670511DFE6EA}"/>
              </a:ext>
            </a:extLst>
          </p:cNvPr>
          <p:cNvSpPr txBox="1"/>
          <p:nvPr/>
        </p:nvSpPr>
        <p:spPr>
          <a:xfrm>
            <a:off x="6112986" y="1490888"/>
            <a:ext cx="955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Connector End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9982422-1443-3361-24F1-D63E62BF9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587" y="1226615"/>
            <a:ext cx="1806046" cy="155007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A6BFF0D-C584-6E89-971A-3212F567A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013" y="1607935"/>
            <a:ext cx="437682" cy="24532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0078FB-DEFF-0F7E-F4A0-BB9AE5371F28}"/>
              </a:ext>
            </a:extLst>
          </p:cNvPr>
          <p:cNvSpPr/>
          <p:nvPr/>
        </p:nvSpPr>
        <p:spPr>
          <a:xfrm>
            <a:off x="7861778" y="1434935"/>
            <a:ext cx="173836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10085-655F-1C66-61B8-EA7640FC69DF}"/>
              </a:ext>
            </a:extLst>
          </p:cNvPr>
          <p:cNvSpPr txBox="1"/>
          <p:nvPr/>
        </p:nvSpPr>
        <p:spPr>
          <a:xfrm>
            <a:off x="8203776" y="1450324"/>
            <a:ext cx="1224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  <a:latin typeface="Arial" panose="020B0604020202020204" pitchFamily="34" charset="0"/>
              </a:rPr>
              <a:t>LC300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1C4A3D-1996-E1BC-8A75-0662A3DE3760}"/>
              </a:ext>
            </a:extLst>
          </p:cNvPr>
          <p:cNvSpPr txBox="1"/>
          <p:nvPr/>
        </p:nvSpPr>
        <p:spPr>
          <a:xfrm>
            <a:off x="8159289" y="1055502"/>
            <a:ext cx="5341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Light 1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5A65A4B-0C1D-8EFD-576B-9219251500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40" t="81201" r="71876" b="11530"/>
          <a:stretch/>
        </p:blipFill>
        <p:spPr>
          <a:xfrm>
            <a:off x="1186197" y="4084212"/>
            <a:ext cx="744365" cy="74653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5F04FD0-202F-2D76-B88E-A80EE5803523}"/>
              </a:ext>
            </a:extLst>
          </p:cNvPr>
          <p:cNvSpPr txBox="1"/>
          <p:nvPr/>
        </p:nvSpPr>
        <p:spPr>
          <a:xfrm>
            <a:off x="1074613" y="3650811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L2-CN (3 Pin)</a:t>
            </a:r>
          </a:p>
          <a:p>
            <a:r>
              <a:rPr lang="en-IN" sz="1000" dirty="0"/>
              <a:t>Female- Panel Side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143274B-ED73-24F1-5672-B2F62F6FD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439787" y="4204855"/>
            <a:ext cx="1172377" cy="65712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F449D6D-E3A1-EEF6-0244-F896C19B4EFC}"/>
              </a:ext>
            </a:extLst>
          </p:cNvPr>
          <p:cNvSpPr txBox="1"/>
          <p:nvPr/>
        </p:nvSpPr>
        <p:spPr>
          <a:xfrm>
            <a:off x="5206379" y="3970712"/>
            <a:ext cx="1661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effectLst/>
                <a:latin typeface="Arial" panose="020B0604020202020204" pitchFamily="34" charset="0"/>
              </a:rPr>
              <a:t>5PM12-10</a:t>
            </a:r>
            <a:endParaRPr lang="en-IN" sz="1000" dirty="0"/>
          </a:p>
          <a:p>
            <a:r>
              <a:rPr lang="en-IN" sz="1000" dirty="0"/>
              <a:t>Standard 5 Core, 5 Pin Cable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AF41DB-AF18-24B7-65EF-EE3F08CA8012}"/>
              </a:ext>
            </a:extLst>
          </p:cNvPr>
          <p:cNvSpPr txBox="1"/>
          <p:nvPr/>
        </p:nvSpPr>
        <p:spPr>
          <a:xfrm>
            <a:off x="1121360" y="4840546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 ( Light ON)</a:t>
            </a:r>
          </a:p>
          <a:p>
            <a:r>
              <a:rPr lang="en-IN" sz="1000" dirty="0"/>
              <a:t>3 : BL ( 0V)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FC8AB6-9B1C-1CBA-8C8B-A161BCC9A686}"/>
              </a:ext>
            </a:extLst>
          </p:cNvPr>
          <p:cNvSpPr txBox="1"/>
          <p:nvPr/>
        </p:nvSpPr>
        <p:spPr>
          <a:xfrm>
            <a:off x="3372181" y="3651349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L2-CN (3 Pin)</a:t>
            </a:r>
          </a:p>
          <a:p>
            <a:r>
              <a:rPr lang="en-IN" sz="1000" dirty="0"/>
              <a:t>Male- Light End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DBC089-F060-1EA5-EC09-48D2D856A0B8}"/>
              </a:ext>
            </a:extLst>
          </p:cNvPr>
          <p:cNvSpPr txBox="1"/>
          <p:nvPr/>
        </p:nvSpPr>
        <p:spPr>
          <a:xfrm>
            <a:off x="6867411" y="4686657"/>
            <a:ext cx="16962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NPN ( Not Used)</a:t>
            </a:r>
          </a:p>
          <a:p>
            <a:r>
              <a:rPr lang="en-IN" sz="1000" dirty="0"/>
              <a:t>3 : BL ( 0V)</a:t>
            </a:r>
          </a:p>
          <a:p>
            <a:r>
              <a:rPr lang="en-IN" sz="1000" dirty="0"/>
              <a:t>4 : BK ( PNP / Light ON) </a:t>
            </a:r>
          </a:p>
          <a:p>
            <a:r>
              <a:rPr lang="en-IN" sz="1000" dirty="0"/>
              <a:t>5 : GY ( Not Used)</a:t>
            </a:r>
          </a:p>
          <a:p>
            <a:endParaRPr lang="en-IN" sz="10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1A80603-87B5-2437-649B-13F39970EC70}"/>
              </a:ext>
            </a:extLst>
          </p:cNvPr>
          <p:cNvCxnSpPr>
            <a:stCxn id="41" idx="1"/>
          </p:cNvCxnSpPr>
          <p:nvPr/>
        </p:nvCxnSpPr>
        <p:spPr>
          <a:xfrm>
            <a:off x="4612164" y="4533419"/>
            <a:ext cx="2486141" cy="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5D68D1F-E958-B826-7E0F-5B8274567905}"/>
              </a:ext>
            </a:extLst>
          </p:cNvPr>
          <p:cNvSpPr txBox="1"/>
          <p:nvPr/>
        </p:nvSpPr>
        <p:spPr>
          <a:xfrm>
            <a:off x="3372181" y="4808210"/>
            <a:ext cx="16962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Pin Connections</a:t>
            </a:r>
          </a:p>
          <a:p>
            <a:r>
              <a:rPr lang="en-IN" sz="1000" dirty="0"/>
              <a:t>1 : BN (24V)</a:t>
            </a:r>
          </a:p>
          <a:p>
            <a:r>
              <a:rPr lang="en-IN" sz="1000" dirty="0"/>
              <a:t>2 : BK ( Light ON)</a:t>
            </a:r>
          </a:p>
          <a:p>
            <a:r>
              <a:rPr lang="en-IN" sz="1000" dirty="0"/>
              <a:t>3 : BL ( 0V)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C50FF4-DFC1-A399-99E4-C5EEDBB39C3E}"/>
              </a:ext>
            </a:extLst>
          </p:cNvPr>
          <p:cNvSpPr txBox="1"/>
          <p:nvPr/>
        </p:nvSpPr>
        <p:spPr>
          <a:xfrm>
            <a:off x="4594953" y="4325711"/>
            <a:ext cx="9188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Free Lead End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AE02D0C-331A-DC90-3FEA-392DDE4AC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751" y="4893688"/>
            <a:ext cx="517106" cy="536497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B13B553-776A-FDC7-8E8C-01D227352806}"/>
              </a:ext>
            </a:extLst>
          </p:cNvPr>
          <p:cNvSpPr txBox="1"/>
          <p:nvPr/>
        </p:nvSpPr>
        <p:spPr>
          <a:xfrm>
            <a:off x="6209540" y="4297447"/>
            <a:ext cx="9557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Connector End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56A271C-3231-95A9-8A7F-ED7494A1D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2141" y="4033174"/>
            <a:ext cx="1806046" cy="1550071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4A9BE4D-12F4-9A2A-A9DF-E0833DB8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567" y="4414494"/>
            <a:ext cx="437682" cy="245325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3825421B-5A91-EB99-6E88-F04C2D59CC47}"/>
              </a:ext>
            </a:extLst>
          </p:cNvPr>
          <p:cNvSpPr/>
          <p:nvPr/>
        </p:nvSpPr>
        <p:spPr>
          <a:xfrm>
            <a:off x="7958332" y="4241494"/>
            <a:ext cx="173836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B33A37-70F9-3CD4-0550-3A5B1BC2EFAB}"/>
              </a:ext>
            </a:extLst>
          </p:cNvPr>
          <p:cNvSpPr txBox="1"/>
          <p:nvPr/>
        </p:nvSpPr>
        <p:spPr>
          <a:xfrm>
            <a:off x="8300330" y="4256883"/>
            <a:ext cx="1224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  <a:latin typeface="Arial" panose="020B0604020202020204" pitchFamily="34" charset="0"/>
              </a:rPr>
              <a:t>LC300</a:t>
            </a:r>
            <a:endParaRPr lang="en-I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B32FCC-F032-A5A8-F418-348A92A01266}"/>
              </a:ext>
            </a:extLst>
          </p:cNvPr>
          <p:cNvSpPr txBox="1"/>
          <p:nvPr/>
        </p:nvSpPr>
        <p:spPr>
          <a:xfrm>
            <a:off x="8255843" y="3862061"/>
            <a:ext cx="5341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Light 2</a:t>
            </a:r>
          </a:p>
        </p:txBody>
      </p:sp>
    </p:spTree>
    <p:extLst>
      <p:ext uri="{BB962C8B-B14F-4D97-AF65-F5344CB8AC3E}">
        <p14:creationId xmlns:p14="http://schemas.microsoft.com/office/powerpoint/2010/main" val="259796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ubtitle 2">
            <a:extLst>
              <a:ext uri="{FF2B5EF4-FFF2-40B4-BE49-F238E27FC236}">
                <a16:creationId xmlns:a16="http://schemas.microsoft.com/office/drawing/2014/main" id="{B14784F4-02A5-FAAC-5A17-FCEA5E3C014D}"/>
              </a:ext>
            </a:extLst>
          </p:cNvPr>
          <p:cNvSpPr txBox="1">
            <a:spLocks/>
          </p:cNvSpPr>
          <p:nvPr/>
        </p:nvSpPr>
        <p:spPr>
          <a:xfrm>
            <a:off x="3497169" y="128819"/>
            <a:ext cx="6327625" cy="40011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Network Layout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C3995E-ABF4-3996-3D26-985B089D1337}"/>
              </a:ext>
            </a:extLst>
          </p:cNvPr>
          <p:cNvSpPr/>
          <p:nvPr/>
        </p:nvSpPr>
        <p:spPr>
          <a:xfrm>
            <a:off x="5596932" y="1244362"/>
            <a:ext cx="2532184" cy="40209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F5144-49D2-C69F-771D-4B7D336ABE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6" t="33540" r="35292" b="43762"/>
          <a:stretch/>
        </p:blipFill>
        <p:spPr>
          <a:xfrm>
            <a:off x="5719057" y="1448671"/>
            <a:ext cx="714117" cy="585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FA77D-5382-0A70-6B80-770BF24B8C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6" t="33540" r="35292" b="43762"/>
          <a:stretch/>
        </p:blipFill>
        <p:spPr>
          <a:xfrm>
            <a:off x="5711238" y="2212371"/>
            <a:ext cx="714117" cy="5853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232EAA-3D0F-1E93-45C6-281EDFA0A8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6" t="33540" r="35292" b="43762"/>
          <a:stretch/>
        </p:blipFill>
        <p:spPr>
          <a:xfrm>
            <a:off x="5711237" y="2953729"/>
            <a:ext cx="714117" cy="585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571A7-C087-0A55-CDF5-158C002A4C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6" t="33540" r="35292" b="43762"/>
          <a:stretch/>
        </p:blipFill>
        <p:spPr>
          <a:xfrm>
            <a:off x="5711236" y="3687015"/>
            <a:ext cx="714117" cy="585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2F1D91-6D12-0BC8-50D0-419066409E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6" t="33540" r="35292" b="43762"/>
          <a:stretch/>
        </p:blipFill>
        <p:spPr>
          <a:xfrm>
            <a:off x="5711236" y="4420301"/>
            <a:ext cx="714117" cy="585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E74602-50DA-D988-3049-EA26038EE8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67" t="65618" r="63422" b="25004"/>
          <a:stretch/>
        </p:blipFill>
        <p:spPr>
          <a:xfrm>
            <a:off x="3981377" y="3288887"/>
            <a:ext cx="541531" cy="7088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1BA43A-33BB-9DF0-3BA6-099A2C801C64}"/>
              </a:ext>
            </a:extLst>
          </p:cNvPr>
          <p:cNvSpPr txBox="1"/>
          <p:nvPr/>
        </p:nvSpPr>
        <p:spPr>
          <a:xfrm>
            <a:off x="4437485" y="2940161"/>
            <a:ext cx="561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E1-CN</a:t>
            </a:r>
          </a:p>
          <a:p>
            <a:pPr algn="ctr"/>
            <a:r>
              <a:rPr lang="en-IN" sz="1000" dirty="0"/>
              <a:t> (RJ45 )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08C404-A354-F68A-78D6-61748D2ECF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67" t="65618" r="63422" b="25004"/>
          <a:stretch/>
        </p:blipFill>
        <p:spPr>
          <a:xfrm>
            <a:off x="3991297" y="4237190"/>
            <a:ext cx="541531" cy="708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8AE7EE-D981-E51D-BDA9-A006813450DA}"/>
              </a:ext>
            </a:extLst>
          </p:cNvPr>
          <p:cNvSpPr txBox="1"/>
          <p:nvPr/>
        </p:nvSpPr>
        <p:spPr>
          <a:xfrm>
            <a:off x="4437485" y="4048908"/>
            <a:ext cx="561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E1-CN</a:t>
            </a:r>
          </a:p>
          <a:p>
            <a:pPr algn="ctr"/>
            <a:r>
              <a:rPr lang="en-IN" sz="1000" dirty="0"/>
              <a:t> (RJ45 )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FFA509F-4690-6B0D-BBCB-BEF8FDA2906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522908" y="3643312"/>
            <a:ext cx="1074024" cy="405596"/>
          </a:xfrm>
          <a:prstGeom prst="bentConnector3">
            <a:avLst>
              <a:gd name="adj1" fmla="val 50000"/>
            </a:avLst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FF43FAA-CABA-AD8D-895F-CD678A405FC7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532828" y="4591615"/>
            <a:ext cx="1056285" cy="220993"/>
          </a:xfrm>
          <a:prstGeom prst="bentConnector3">
            <a:avLst>
              <a:gd name="adj1" fmla="val 50000"/>
            </a:avLst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3F7FA98A-B2C8-218A-8479-3A818D05D0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10" t="9408" r="25822" b="29545"/>
          <a:stretch/>
        </p:blipFill>
        <p:spPr>
          <a:xfrm>
            <a:off x="294310" y="2931846"/>
            <a:ext cx="1384894" cy="133519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68219D-4836-512B-0B1C-68D470108440}"/>
              </a:ext>
            </a:extLst>
          </p:cNvPr>
          <p:cNvSpPr txBox="1"/>
          <p:nvPr/>
        </p:nvSpPr>
        <p:spPr>
          <a:xfrm>
            <a:off x="200964" y="2531734"/>
            <a:ext cx="785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Cam1</a:t>
            </a:r>
          </a:p>
          <a:p>
            <a:r>
              <a:rPr lang="en-IN" sz="1000" b="1" dirty="0"/>
              <a:t>exo183CGE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4E6EEBB-5151-725D-8F52-8E7F09195CE4}"/>
              </a:ext>
            </a:extLst>
          </p:cNvPr>
          <p:cNvCxnSpPr>
            <a:cxnSpLocks/>
            <a:stCxn id="31" idx="0"/>
            <a:endCxn id="11" idx="1"/>
          </p:cNvCxnSpPr>
          <p:nvPr/>
        </p:nvCxnSpPr>
        <p:spPr>
          <a:xfrm rot="16200000" flipH="1">
            <a:off x="2128334" y="1790269"/>
            <a:ext cx="711466" cy="2994620"/>
          </a:xfrm>
          <a:prstGeom prst="bentConnector4">
            <a:avLst>
              <a:gd name="adj1" fmla="val -32131"/>
              <a:gd name="adj2" fmla="val 61562"/>
            </a:avLst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06D94B51-FAED-9A61-D3F8-A6962B4D3A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10" t="9408" r="25822" b="29545"/>
          <a:stretch/>
        </p:blipFill>
        <p:spPr>
          <a:xfrm>
            <a:off x="294310" y="4946040"/>
            <a:ext cx="1384894" cy="133519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37634B7-0370-9C96-9AFD-B5BF2EE2851A}"/>
              </a:ext>
            </a:extLst>
          </p:cNvPr>
          <p:cNvSpPr txBox="1"/>
          <p:nvPr/>
        </p:nvSpPr>
        <p:spPr>
          <a:xfrm>
            <a:off x="200964" y="4545928"/>
            <a:ext cx="785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Cam2</a:t>
            </a:r>
          </a:p>
          <a:p>
            <a:r>
              <a:rPr lang="en-IN" sz="1000" b="1" dirty="0"/>
              <a:t>exo183CGE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8B096E09-9463-11B0-36E8-BC6B52FAC22F}"/>
              </a:ext>
            </a:extLst>
          </p:cNvPr>
          <p:cNvCxnSpPr>
            <a:cxnSpLocks/>
            <a:stCxn id="36" idx="0"/>
            <a:endCxn id="16" idx="1"/>
          </p:cNvCxnSpPr>
          <p:nvPr/>
        </p:nvCxnSpPr>
        <p:spPr>
          <a:xfrm rot="5400000" flipH="1" flipV="1">
            <a:off x="2311815" y="3266558"/>
            <a:ext cx="354425" cy="3004540"/>
          </a:xfrm>
          <a:prstGeom prst="bentConnector2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DA1B277B-B531-B2E5-3DC6-BDB61FD7AA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4" t="10419" r="14091" b="11786"/>
          <a:stretch/>
        </p:blipFill>
        <p:spPr>
          <a:xfrm rot="5400000">
            <a:off x="572757" y="1128772"/>
            <a:ext cx="1487156" cy="1225114"/>
          </a:xfrm>
          <a:prstGeom prst="rect">
            <a:avLst/>
          </a:prstGeom>
        </p:spPr>
      </p:pic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B3C986DE-085B-8A33-4CF1-913A44CEE33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831624" y="1324791"/>
            <a:ext cx="3879614" cy="1180238"/>
          </a:xfrm>
          <a:prstGeom prst="bentConnector3">
            <a:avLst>
              <a:gd name="adj1" fmla="val 50000"/>
            </a:avLst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27FFDC43-5550-FAAA-FB42-C79C808478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67" t="65618" r="63422" b="25004"/>
          <a:stretch/>
        </p:blipFill>
        <p:spPr>
          <a:xfrm>
            <a:off x="10050647" y="2238862"/>
            <a:ext cx="541531" cy="70885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ED0B6ED8-8D9F-CF02-170D-7D44781595BA}"/>
              </a:ext>
            </a:extLst>
          </p:cNvPr>
          <p:cNvSpPr txBox="1"/>
          <p:nvPr/>
        </p:nvSpPr>
        <p:spPr>
          <a:xfrm>
            <a:off x="10506755" y="1890136"/>
            <a:ext cx="561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E1-CN</a:t>
            </a:r>
          </a:p>
          <a:p>
            <a:pPr algn="ctr"/>
            <a:r>
              <a:rPr lang="en-IN" sz="1000" dirty="0"/>
              <a:t> (RJ45 )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A075B6A-CCB4-EE83-4EBC-71CF3E93AFDE}"/>
              </a:ext>
            </a:extLst>
          </p:cNvPr>
          <p:cNvCxnSpPr>
            <a:cxnSpLocks/>
            <a:stCxn id="7" idx="1"/>
            <a:endCxn id="76" idx="0"/>
          </p:cNvCxnSpPr>
          <p:nvPr/>
        </p:nvCxnSpPr>
        <p:spPr>
          <a:xfrm rot="10800000" flipH="1">
            <a:off x="5711237" y="2238863"/>
            <a:ext cx="4610176" cy="1007525"/>
          </a:xfrm>
          <a:prstGeom prst="bentConnector4">
            <a:avLst>
              <a:gd name="adj1" fmla="val -13895"/>
              <a:gd name="adj2" fmla="val 239377"/>
            </a:avLst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3F840EC-E7B1-D76D-4ED3-865FF4509BCB}"/>
              </a:ext>
            </a:extLst>
          </p:cNvPr>
          <p:cNvSpPr txBox="1"/>
          <p:nvPr/>
        </p:nvSpPr>
        <p:spPr>
          <a:xfrm>
            <a:off x="6335130" y="4591615"/>
            <a:ext cx="1279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Port 1 – Camera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DE77A1-2B7C-662C-6B1D-A8C99950AB39}"/>
              </a:ext>
            </a:extLst>
          </p:cNvPr>
          <p:cNvSpPr txBox="1"/>
          <p:nvPr/>
        </p:nvSpPr>
        <p:spPr>
          <a:xfrm>
            <a:off x="6335130" y="3868148"/>
            <a:ext cx="1279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Port 2 – Camera 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87CABE8-2954-53BC-7B0A-A6F59704F00E}"/>
              </a:ext>
            </a:extLst>
          </p:cNvPr>
          <p:cNvSpPr txBox="1"/>
          <p:nvPr/>
        </p:nvSpPr>
        <p:spPr>
          <a:xfrm>
            <a:off x="6335130" y="3136404"/>
            <a:ext cx="15639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Port 3 – Main Ethernet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19DB7D-B666-856F-A4E6-B1C53D6A468C}"/>
              </a:ext>
            </a:extLst>
          </p:cNvPr>
          <p:cNvSpPr txBox="1"/>
          <p:nvPr/>
        </p:nvSpPr>
        <p:spPr>
          <a:xfrm>
            <a:off x="6335130" y="2403118"/>
            <a:ext cx="15639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dirty="0"/>
              <a:t>Port 4 – Jetson Nano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6DF02E0-5AA7-EC9F-B39D-F08EA8C929D4}"/>
              </a:ext>
            </a:extLst>
          </p:cNvPr>
          <p:cNvSpPr txBox="1"/>
          <p:nvPr/>
        </p:nvSpPr>
        <p:spPr>
          <a:xfrm>
            <a:off x="6474832" y="1628687"/>
            <a:ext cx="15639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Port 5 – Spare</a:t>
            </a:r>
          </a:p>
        </p:txBody>
      </p:sp>
      <p:sp>
        <p:nvSpPr>
          <p:cNvPr id="88" name="Arrow: Down 87">
            <a:extLst>
              <a:ext uri="{FF2B5EF4-FFF2-40B4-BE49-F238E27FC236}">
                <a16:creationId xmlns:a16="http://schemas.microsoft.com/office/drawing/2014/main" id="{413448C5-FCB2-183E-9846-1C4642552901}"/>
              </a:ext>
            </a:extLst>
          </p:cNvPr>
          <p:cNvSpPr/>
          <p:nvPr/>
        </p:nvSpPr>
        <p:spPr>
          <a:xfrm>
            <a:off x="10172736" y="2973094"/>
            <a:ext cx="270766" cy="13351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44F5486-6018-92DF-7C10-BC770F0D671F}"/>
              </a:ext>
            </a:extLst>
          </p:cNvPr>
          <p:cNvSpPr txBox="1"/>
          <p:nvPr/>
        </p:nvSpPr>
        <p:spPr>
          <a:xfrm>
            <a:off x="9839884" y="4414901"/>
            <a:ext cx="936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Plant Ethernet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8E0809-6F79-7808-D516-34BE6AA26C77}"/>
              </a:ext>
            </a:extLst>
          </p:cNvPr>
          <p:cNvSpPr txBox="1"/>
          <p:nvPr/>
        </p:nvSpPr>
        <p:spPr>
          <a:xfrm>
            <a:off x="6474832" y="954966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Ethernet Switch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9CE31C-C91C-3271-4B4B-468BE7C47F7C}"/>
              </a:ext>
            </a:extLst>
          </p:cNvPr>
          <p:cNvSpPr txBox="1"/>
          <p:nvPr/>
        </p:nvSpPr>
        <p:spPr>
          <a:xfrm>
            <a:off x="798354" y="751529"/>
            <a:ext cx="8258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Jetson Nano</a:t>
            </a:r>
          </a:p>
        </p:txBody>
      </p:sp>
    </p:spTree>
    <p:extLst>
      <p:ext uri="{BB962C8B-B14F-4D97-AF65-F5344CB8AC3E}">
        <p14:creationId xmlns:p14="http://schemas.microsoft.com/office/powerpoint/2010/main" val="257144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236C24-F3CB-7C64-C0D3-E5015C94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72" y="1354168"/>
            <a:ext cx="2776074" cy="36965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78FCCE-2F56-1B6E-E5E6-075A418CAD98}"/>
              </a:ext>
            </a:extLst>
          </p:cNvPr>
          <p:cNvSpPr txBox="1"/>
          <p:nvPr/>
        </p:nvSpPr>
        <p:spPr>
          <a:xfrm>
            <a:off x="2337142" y="450442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50"/>
                </a:solidFill>
              </a:rPr>
              <a:t>GND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F16309-33F8-9976-CB4C-8A71C9A56EF1}"/>
              </a:ext>
            </a:extLst>
          </p:cNvPr>
          <p:cNvSpPr txBox="1"/>
          <p:nvPr/>
        </p:nvSpPr>
        <p:spPr>
          <a:xfrm>
            <a:off x="1806419" y="3111290"/>
            <a:ext cx="108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AC Power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C4550-0025-4D76-0CD0-11B63FC98202}"/>
              </a:ext>
            </a:extLst>
          </p:cNvPr>
          <p:cNvSpPr txBox="1"/>
          <p:nvPr/>
        </p:nvSpPr>
        <p:spPr>
          <a:xfrm>
            <a:off x="2062066" y="3738967"/>
            <a:ext cx="88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Neutral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61D1C-1950-52DA-135F-A87E6308D712}"/>
              </a:ext>
            </a:extLst>
          </p:cNvPr>
          <p:cNvSpPr txBox="1"/>
          <p:nvPr/>
        </p:nvSpPr>
        <p:spPr>
          <a:xfrm>
            <a:off x="700637" y="726491"/>
            <a:ext cx="1963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X1 Terminal Layout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E15AD5-9BB5-21A2-E6E0-5F959C06D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179" y="1354168"/>
            <a:ext cx="2776074" cy="36965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568711-BFF5-A0AF-B05A-92CCDA68AE89}"/>
              </a:ext>
            </a:extLst>
          </p:cNvPr>
          <p:cNvSpPr txBox="1"/>
          <p:nvPr/>
        </p:nvSpPr>
        <p:spPr>
          <a:xfrm>
            <a:off x="5767849" y="450442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0V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0B5B9-AF30-235D-E0E4-F165A517F82D}"/>
              </a:ext>
            </a:extLst>
          </p:cNvPr>
          <p:cNvSpPr txBox="1"/>
          <p:nvPr/>
        </p:nvSpPr>
        <p:spPr>
          <a:xfrm>
            <a:off x="5237126" y="311129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Signals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0D3E0-B9D0-9117-43D3-01C2CACAF3B8}"/>
              </a:ext>
            </a:extLst>
          </p:cNvPr>
          <p:cNvSpPr txBox="1"/>
          <p:nvPr/>
        </p:nvSpPr>
        <p:spPr>
          <a:xfrm>
            <a:off x="5492773" y="373896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24V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D1C4F-8C4D-6F9C-3B11-62B852FA1ECB}"/>
              </a:ext>
            </a:extLst>
          </p:cNvPr>
          <p:cNvSpPr txBox="1"/>
          <p:nvPr/>
        </p:nvSpPr>
        <p:spPr>
          <a:xfrm>
            <a:off x="4131344" y="726491"/>
            <a:ext cx="1963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X2 Terminal Layout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FA94D6-B11C-E72E-8268-8E56AB72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886" y="1354168"/>
            <a:ext cx="2776074" cy="36965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181240-7142-22E7-A2DE-37E46E191D36}"/>
              </a:ext>
            </a:extLst>
          </p:cNvPr>
          <p:cNvSpPr txBox="1"/>
          <p:nvPr/>
        </p:nvSpPr>
        <p:spPr>
          <a:xfrm>
            <a:off x="9198556" y="4504420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B0F0"/>
                </a:solidFill>
              </a:rPr>
              <a:t>0V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AF474-05EB-B757-88FC-37607D117EF2}"/>
              </a:ext>
            </a:extLst>
          </p:cNvPr>
          <p:cNvSpPr txBox="1"/>
          <p:nvPr/>
        </p:nvSpPr>
        <p:spPr>
          <a:xfrm>
            <a:off x="8667833" y="3111290"/>
            <a:ext cx="71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A0A011-A80D-EA6A-8065-7B49ABB7BE4C}"/>
              </a:ext>
            </a:extLst>
          </p:cNvPr>
          <p:cNvSpPr txBox="1"/>
          <p:nvPr/>
        </p:nvSpPr>
        <p:spPr>
          <a:xfrm>
            <a:off x="8923480" y="3738967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D966"/>
                </a:solidFill>
              </a:rPr>
              <a:t>24V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76831-1BCF-9D82-444B-A8B85AC6AC4F}"/>
              </a:ext>
            </a:extLst>
          </p:cNvPr>
          <p:cNvSpPr txBox="1"/>
          <p:nvPr/>
        </p:nvSpPr>
        <p:spPr>
          <a:xfrm>
            <a:off x="7562051" y="726491"/>
            <a:ext cx="1963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X3 Terminal Layout</a:t>
            </a:r>
          </a:p>
        </p:txBody>
      </p:sp>
    </p:spTree>
    <p:extLst>
      <p:ext uri="{BB962C8B-B14F-4D97-AF65-F5344CB8AC3E}">
        <p14:creationId xmlns:p14="http://schemas.microsoft.com/office/powerpoint/2010/main" val="80442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003627E-584A-7763-2F29-2F4618C010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22" r="55998"/>
          <a:stretch/>
        </p:blipFill>
        <p:spPr>
          <a:xfrm>
            <a:off x="5960556" y="110531"/>
            <a:ext cx="3204575" cy="6253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D427F5-AB2E-8260-3A27-FD0D1BF5648D}"/>
              </a:ext>
            </a:extLst>
          </p:cNvPr>
          <p:cNvSpPr txBox="1"/>
          <p:nvPr/>
        </p:nvSpPr>
        <p:spPr>
          <a:xfrm>
            <a:off x="8279051" y="3547619"/>
            <a:ext cx="546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S1-CN </a:t>
            </a:r>
          </a:p>
          <a:p>
            <a:r>
              <a:rPr lang="en-IN" sz="1000" dirty="0"/>
              <a:t>( 4 Pin)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2C902-A524-39B1-086D-CD93186217ED}"/>
              </a:ext>
            </a:extLst>
          </p:cNvPr>
          <p:cNvSpPr txBox="1"/>
          <p:nvPr/>
        </p:nvSpPr>
        <p:spPr>
          <a:xfrm>
            <a:off x="7546960" y="2396754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C1-CN </a:t>
            </a:r>
          </a:p>
          <a:p>
            <a:pPr algn="ctr"/>
            <a:r>
              <a:rPr lang="en-IN" sz="1000" dirty="0"/>
              <a:t>(12 Pin)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D0896-46F8-6674-6613-678F2D1FFE09}"/>
              </a:ext>
            </a:extLst>
          </p:cNvPr>
          <p:cNvSpPr txBox="1"/>
          <p:nvPr/>
        </p:nvSpPr>
        <p:spPr>
          <a:xfrm>
            <a:off x="8130774" y="2396754"/>
            <a:ext cx="612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C2-CN</a:t>
            </a:r>
          </a:p>
          <a:p>
            <a:pPr algn="ctr"/>
            <a:r>
              <a:rPr lang="en-IN" sz="1000" dirty="0"/>
              <a:t> (12 Pin)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9F8AF-D833-DF15-575D-B9121ABB3244}"/>
              </a:ext>
            </a:extLst>
          </p:cNvPr>
          <p:cNvSpPr txBox="1"/>
          <p:nvPr/>
        </p:nvSpPr>
        <p:spPr>
          <a:xfrm>
            <a:off x="7108365" y="4262193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E1-CN</a:t>
            </a:r>
          </a:p>
          <a:p>
            <a:r>
              <a:rPr lang="en-IN" sz="1000" dirty="0"/>
              <a:t> (RJ45)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C6551-60AD-AE5E-4E07-D1EB891AB778}"/>
              </a:ext>
            </a:extLst>
          </p:cNvPr>
          <p:cNvSpPr txBox="1"/>
          <p:nvPr/>
        </p:nvSpPr>
        <p:spPr>
          <a:xfrm>
            <a:off x="8632613" y="4328291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E2-CN </a:t>
            </a:r>
          </a:p>
          <a:p>
            <a:r>
              <a:rPr lang="en-IN" sz="1000" dirty="0"/>
              <a:t>(RJ45)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50668-3292-3D9F-6F2C-DF78BEF835F0}"/>
              </a:ext>
            </a:extLst>
          </p:cNvPr>
          <p:cNvSpPr txBox="1"/>
          <p:nvPr/>
        </p:nvSpPr>
        <p:spPr>
          <a:xfrm>
            <a:off x="7513104" y="4860223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L1-CN</a:t>
            </a:r>
          </a:p>
          <a:p>
            <a:r>
              <a:rPr lang="en-IN" sz="1000" dirty="0"/>
              <a:t> (3Pin)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20290-5666-855C-6C16-81101144D5D1}"/>
              </a:ext>
            </a:extLst>
          </p:cNvPr>
          <p:cNvSpPr txBox="1"/>
          <p:nvPr/>
        </p:nvSpPr>
        <p:spPr>
          <a:xfrm>
            <a:off x="8223346" y="4860223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L2-CN</a:t>
            </a:r>
          </a:p>
          <a:p>
            <a:r>
              <a:rPr lang="en-IN" sz="1000" dirty="0"/>
              <a:t> (3Pin)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CC349-C9E1-B7DF-6114-DD84E4343152}"/>
              </a:ext>
            </a:extLst>
          </p:cNvPr>
          <p:cNvSpPr txBox="1"/>
          <p:nvPr/>
        </p:nvSpPr>
        <p:spPr>
          <a:xfrm>
            <a:off x="7190786" y="884311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Stack Light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439E5FF4-4642-B029-237E-73E97AE1C96D}"/>
              </a:ext>
            </a:extLst>
          </p:cNvPr>
          <p:cNvSpPr txBox="1">
            <a:spLocks/>
          </p:cNvSpPr>
          <p:nvPr/>
        </p:nvSpPr>
        <p:spPr>
          <a:xfrm>
            <a:off x="9473811" y="190917"/>
            <a:ext cx="2525143" cy="400110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Panel Connector Layout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7C6EB-B142-031C-A407-BFAB5D9F8D71}"/>
              </a:ext>
            </a:extLst>
          </p:cNvPr>
          <p:cNvSpPr txBox="1"/>
          <p:nvPr/>
        </p:nvSpPr>
        <p:spPr>
          <a:xfrm>
            <a:off x="1548284" y="6386007"/>
            <a:ext cx="208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E3-CN</a:t>
            </a:r>
          </a:p>
          <a:p>
            <a:r>
              <a:rPr lang="en-IN" sz="1000" dirty="0"/>
              <a:t> (RJ45) Main Ethernet Connection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5C08DF7-004F-6868-C21D-C769464C3A63}"/>
              </a:ext>
            </a:extLst>
          </p:cNvPr>
          <p:cNvSpPr/>
          <p:nvPr/>
        </p:nvSpPr>
        <p:spPr>
          <a:xfrm>
            <a:off x="969809" y="1929283"/>
            <a:ext cx="4190163" cy="4320792"/>
          </a:xfrm>
          <a:prstGeom prst="roundRect">
            <a:avLst/>
          </a:prstGeom>
          <a:solidFill>
            <a:srgbClr val="A2A3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B877B4-7D52-C2DC-8490-2C2A8782FB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74" t="146" r="72345" b="69467"/>
          <a:stretch/>
        </p:blipFill>
        <p:spPr>
          <a:xfrm>
            <a:off x="3838470" y="0"/>
            <a:ext cx="741513" cy="19493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96D5BD3-6BA0-DA2A-D0D9-0C4CC2617604}"/>
              </a:ext>
            </a:extLst>
          </p:cNvPr>
          <p:cNvSpPr txBox="1"/>
          <p:nvPr/>
        </p:nvSpPr>
        <p:spPr>
          <a:xfrm>
            <a:off x="1946188" y="1307319"/>
            <a:ext cx="1201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Front View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1F7E2E-8E41-A397-1A24-4CA5A1E0A2E8}"/>
              </a:ext>
            </a:extLst>
          </p:cNvPr>
          <p:cNvSpPr txBox="1"/>
          <p:nvPr/>
        </p:nvSpPr>
        <p:spPr>
          <a:xfrm>
            <a:off x="9207640" y="1307319"/>
            <a:ext cx="1097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Side View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22791F-578A-B03D-C817-402CE448B36E}"/>
              </a:ext>
            </a:extLst>
          </p:cNvPr>
          <p:cNvSpPr/>
          <p:nvPr/>
        </p:nvSpPr>
        <p:spPr>
          <a:xfrm>
            <a:off x="1700734" y="6209880"/>
            <a:ext cx="247856" cy="1017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2A8C40-26F5-018E-2997-857834ED8621}"/>
              </a:ext>
            </a:extLst>
          </p:cNvPr>
          <p:cNvSpPr txBox="1"/>
          <p:nvPr/>
        </p:nvSpPr>
        <p:spPr>
          <a:xfrm>
            <a:off x="3988998" y="6386007"/>
            <a:ext cx="2089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Main Power Entry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A4B402-5DD3-5F46-1C87-7FAD2BFCB25C}"/>
              </a:ext>
            </a:extLst>
          </p:cNvPr>
          <p:cNvSpPr/>
          <p:nvPr/>
        </p:nvSpPr>
        <p:spPr>
          <a:xfrm>
            <a:off x="4141448" y="6209879"/>
            <a:ext cx="247856" cy="17612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492E7F-CA62-8F2A-FACD-2FE6A127D142}"/>
              </a:ext>
            </a:extLst>
          </p:cNvPr>
          <p:cNvSpPr txBox="1"/>
          <p:nvPr/>
        </p:nvSpPr>
        <p:spPr>
          <a:xfrm>
            <a:off x="3828668" y="898564"/>
            <a:ext cx="7441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Stack Light</a:t>
            </a:r>
          </a:p>
        </p:txBody>
      </p:sp>
    </p:spTree>
    <p:extLst>
      <p:ext uri="{BB962C8B-B14F-4D97-AF65-F5344CB8AC3E}">
        <p14:creationId xmlns:p14="http://schemas.microsoft.com/office/powerpoint/2010/main" val="38396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23691</TotalTime>
  <Words>824</Words>
  <Application>Microsoft Office PowerPoint</Application>
  <PresentationFormat>Widescreen</PresentationFormat>
  <Paragraphs>245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Door Frame Inspection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tas engg</dc:creator>
  <cp:lastModifiedBy>tas engg</cp:lastModifiedBy>
  <cp:revision>21</cp:revision>
  <dcterms:created xsi:type="dcterms:W3CDTF">2021-03-12T15:56:01Z</dcterms:created>
  <dcterms:modified xsi:type="dcterms:W3CDTF">2022-09-20T10:01:27Z</dcterms:modified>
</cp:coreProperties>
</file>